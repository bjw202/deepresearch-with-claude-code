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GitHub Stars (K)</c:v>
                </c:pt>
              </c:strCache>
            </c:strRef>
          </c:tx>
          <c:spPr>
            <a:solidFill>
              <a:srgbClr val="4A7BF7"/>
            </a:solidFill>
            <a:ln w="25400" cap="flat">
              <a:solidFill>
                <a:srgbClr val="4A7B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A7BF7"/>
              </a:solidFill>
              <a:ln w="9525" cap="flat">
                <a:solidFill>
                  <a:srgbClr val="4A7B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출시 24h</c:v>
                  </c:pt>
                  <c:pt idx="1">
                    <c:v>1주</c:v>
                  </c:pt>
                  <c:pt idx="2">
                    <c:v>2주</c:v>
                  </c:pt>
                  <c:pt idx="3">
                    <c:v>4주</c:v>
                  </c:pt>
                  <c:pt idx="4">
                    <c:v>6주</c:v>
                  </c:pt>
                  <c:pt idx="5">
                    <c:v>60일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30</c:v>
                </c:pt>
                <c:pt idx="2">
                  <c:v>100</c:v>
                </c:pt>
                <c:pt idx="3">
                  <c:v>214</c:v>
                </c:pt>
                <c:pt idx="4">
                  <c:v>250</c:v>
                </c:pt>
                <c:pt idx="5">
                  <c:v>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OpenClaw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컴퓨터에서 돌아가는 AI 비서, 쓸모가 있는가?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보고서  |  2026-03-23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“AI가 파일도 관리하고, 이메일도 처리하고,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메신저로 시키면 알아서 해준다는데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— 진짜인가?”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 — GitHub 역대 최고 성장 프로젝트의 실체를 파헤칩니다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일반 챗봇은 "대화만", OpenClaw는 "실행까지"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일반 챗봇 (ChatGPT, Claude)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97196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질문하면 답변을 텍스트로 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파일을 직접 만들지 못함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웹 브라우저를 조작할 수 없음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대화가 끝나면 기억을 잃음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시키지 않으면 아무것도 안 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OpenClaw (AI 에이전트)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0236" y="2148840"/>
            <a:ext cx="4997196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파일을 만들고, 검색하고, 정리함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웹 브라우저를 열어 정보를 찾아옴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이메일 분류, 답장 초안 작성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메신저에서 직접 AI와 대화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알아서 주기적으로 확인/실행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Clawdbot에서 OpenClaw까지, 4개월의 여정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Clawdbot 최초 공개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Peter Steinberger가 오픈소스로 공개. 24시간 만에 9,000 스타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6700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2026.01 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Moltbot으로 리브랜딩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상표 경고로 강제 이름 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5844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2026.01 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 최종 확정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79476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"Moltbot은 발음이 어색하다"는 커뮤니티 피드백 반영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4988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창시자 OpenAI 합류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470916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Steinberger가 OpenAI 개인 에이전트 부문 리드. 프로젝트는 독립 재단으로 이관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52578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54132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329K+ 스타 달성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43200" y="562356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60일 만에 React 10년 기록 추월. 역대 최고 성장 속도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사람: Peter Steinberger, 44개 AI 프로젝트의 결정체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오스트리아 출신 개발자. 14세에 프로그래밍 시작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PSPDFKit 창업 — iPad PDF 도구로 Apple, Dropbox 등 10억 대 기기에 탑재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AI "패러다임 전환"을 직감하고 44개 AI 프로젝트 실험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경험을 집약해서 OpenClaw(당시 Clawdbot) 개발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2월, OpenAI에 합류하여 개인 AI 에이전트 부문 리드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OpenClaw는 독립 오픈소스 재단으로 이관 (Google-Chromium 모델)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Fortune 2026/02/19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GitHub 329K+ 스타 — 60일 만에 React 10년 기록을 추월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329K+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스타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7304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4474464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63.8K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74464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포크 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5968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263128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63128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기여자 수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566160"/>
          <a:ext cx="1109167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작동하는가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비서 사무실 비유로 이해하는 OpenClaw의 구조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4단계로 이해하는 OpenClaw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비서 사무실 설치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컴퓨터에 Gateway(Node.js 프로그램)를 설치.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백그라운드에서 항상 실행된다.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573018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AI 두뇌 연결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3018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Claude, GPT-4o, Gemini 등 AI 모델을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키로 연결. 로컬 모델도 가능.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14516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소통 채널 연결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4516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WhatsApp, Telegram, Slack 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메신저 앱을 Gateway에 연결.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256014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자율 실행 루프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6014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→ 계획 → 실행 → 보고를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20회 자동 반복.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비서의 사무실: Gateway는 내 PC에서 항상 돌아간다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컴퓨터(Mac, Linux, Windows)에 설치되는 Node.js 프로그램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기본적으로 내 PC 안에서만 접근 가능 (localhost:18789)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접근이 필요하면 SSH 터널이나 Tailscale 등 별도 보안 설정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방법: 1-click 인스톨러, Docker, 수동 설치 중 선택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데이터가 외부로 나가지 않는다"가 핵심 철학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두뇌는 선택할 수 있다 — Claude, GPT-4o, 로컬 모델까지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Opus / Sonnet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복잡한 추론에 강함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 사용량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GPT-4o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범용성 높음, 빠른 응답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 사용량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Gemini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Google 생태계 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 사용량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Ollama (로컬)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인터넷 불필요, 데이터 완전 로컬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전기세만 (24GB VRAM 권장)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실패하면 자동으로 대체 모델로 전환(failover)하는 기능도 내장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10개+ 메신저와 연결 — 익숙한 채팅 앱에서 AI와 대화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플랫폼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지원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활용 예시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WhatsApp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"오늘 회의 자료 정리해줘"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Telegram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"서버 상태 확인해줘"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Slack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"이번 주 할 일 요약해줘"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Discord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"커뮤니티 질문 답변해줘"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iMessage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"내일 일정 알려줘"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 Teams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확장 플러그인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 환경 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루프: "관찰 → 계획 → 실행 → 보고"를 스스로 반복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관찰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01418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"사장님이 WhatsApp으로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자료 정리 요청"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138" y="1645920"/>
            <a:ext cx="2567178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573018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계획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3018" y="2148840"/>
            <a:ext cx="2201418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"캘린더에서 내일 일정 확인,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파일 검색, 요약 작성"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1645920"/>
            <a:ext cx="2567178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14516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실행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4516" y="2148840"/>
            <a:ext cx="2201418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 API 호출,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검색, 요약 문서 작성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3134" y="1645920"/>
            <a:ext cx="2567178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256014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보고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6014" y="2148840"/>
            <a:ext cx="2201418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"결과를 WhatsApp으로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사장님에게 전송"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과정을 한 세션에서 최대 20회까지 자동 반복 (ReAct 패턴)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하나의 작업만 순서대로 처리 (Lane Queue) — 동시에 여러 명령을 보내도 꼬이지 않는다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설정이 텍스트 파일 — 메모장으로 열어서 직접 수정 가능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AGENTS.md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행동 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"이렇게 일해라"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SOUL.md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성격과 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"친근하게 말해라"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MEMORY.md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 기억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"사용자는 커피를 좋아한다"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HEARTBEAT.md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주기적 체크 지침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"30분마다 이메일 확인해라"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TOOLS.md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가능한 도구 목록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"브라우저, 셸, 파일 시스템"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대화는 SQLite 벡터 DB에 저장 → 의미 기반 검색 가능. Git으로 버전 관리도 가능.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Heartbeat: "시키지 않아도 알아서 확인한다"가 핵심 차별점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작동 방식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97196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30분마다(조정 가능) 스스로 깨어나서: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HEARTBEAT.md 파일을 읽고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할 일이 있는지 판단하고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필요하면 실행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결과를 사용자에게 알림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절감: 먼저 규칙 기반으로 확인,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있는 변화만 AI 모델 호출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예시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0236" y="2148840"/>
            <a:ext cx="4997196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아침 브리핑 자동 생성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("오늘의 일정, 이메일 요약, 날씨")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새 이메일 도착 시 중요도 분류 후 알림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주가 급변 시 Telegram으로 경고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예약 항공편 체크인 자동 수행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서버 상태 모니터링 + 다운 시 재시작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162~200+ 커뮤니티 스킬로 기능을 무한 확장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ClawHub 마켓플레이스에서 스킬 검색/설치 (npm install 같은 개념)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19개 카테고리: CRM, SEO, 코딩, 보안, 일상 관리 등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스킬은 ~/.openclaw/workspace/skills/ 폴더에 Markdown으로 저장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새 스킬을 만들 수도 있고, AI에게 만들라고 시킬 수도 있음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주의: 보안 감사에서 스킬의 12~20%에 악성 코드 발견 — 설치 전 반드시 코드 검토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Koi Security / Bitdefender 감사 보고서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필요한 기능이 없으면? AI가 직접 코딩해서 추가한다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기능이 필요해"라고 메신저로 요청하면 스킬을 자동 생성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생성된 스킬은 SKILL.md 파일로 저장되어 재사용 가능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프롬프트(자연어 지시)만으로 기능 확장 — 코딩 지식 불필요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다만, 자동 생성된 코드의 보안성/정확성은 사용자가 검증해야 함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"자기 확장" 능력이 OpenClaw를 단순 도구에서 "플랫폼"으로 만든 핵심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사용사례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사람들이 진짜로 어디에 쓰고 있는가?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DevOps: WhatsApp으로 서버 재시작, CI 실패 알림까지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WhatsApp/Telegram에서 승인된 셸 명령 실행 (서비스 재시작 등)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PR 트리아지, 빌드 실패 시 Telegram 알림 + 원인 분석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모니터링: 5분마다 핑, 다운 시 자동 재시작 + 알림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SSH를 통한 원격 서버 관리 — 노트북 없이 폰만으로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세팅 시간: 30~90분 / 난이도: 중~고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이메일/캘린더: 수백 개 이메일을 즉시 분류하고 답장 초안까지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수신 → 자동 분류 (중요/일반/스팸)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사항 추출 → 요약 보고서 생성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답장 초안 작성 → 사용자 확인 후 전송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 트리아지 — 일정 충돌 감지, 우선순위 제안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실사용 보고: "아침에 수백 개 이메일이 이미 정리되어 있다"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마케팅/콘텐츠: "잠자는 동안 24/7 마케팅"이 현실로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 미디어 팔로워 모니터링, LinkedIn 리서치, 개인화 DM 전송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플랫폼별 맞춤 포스트 생성 (Twitter, LinkedIn, 블로그)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UTM 태그 자동 추가, 게시 스케줄링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브리핑 자동 생성 — 경쟁사 동향, 키워드 트렌드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창업자들이 사이드 프로젝트 마케팅 전 과정에 활용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하지만 — "안정적으로 쓸 사례를 못 찾아 셧다운했다"는 보고도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하지만 — "안정적으로 쓸 사례를 못 찾아 셧다운했다"는 보고도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Reddit r/openclaw (207K 멤버)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4997196" cy="1143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"설치는 문제없었지만, 매일 안정적으로 쓸 수 있는 사용사례를 찾지 못해 셧다운했다"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7356" y="164592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비용 폭발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0236" y="2148840"/>
            <a:ext cx="4997196" cy="1143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라우팅/메모리 압축을 제대로 설정하지 않으면 비용 급증. 루핑 버그로 토큰 낭비 사례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판단: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일이 가능하다"와 "이것을 매일 안정적으로 쓰고 있다" 사이에는 큰 차이가 있다.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숙련도가 높고 명확한 자동화 니즈가 있어야 실용적이다.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유사 도구 비교: OpenClaw은 "생활 자동화"에 최적화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OpenClaw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 Interpreter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Manus 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메신저 + 24/7 자율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터미널 코드 실행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코딩 전문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 자율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메신저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10+ 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자율 실행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Heartbeat 주기적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명령만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명령만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PC (로컬)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생활 전반 자동화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가볍고 빠른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코딩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비개발자 친화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우려, 복잡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제한적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코딩 외 약함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비공개, 유료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OpenClaw만의 차별점 4가지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메시징 네이티브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유일하게 기존 채팅 앱에서 바로 AI와 대화. 별도 앱 불필요.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573018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24/7 자율성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3018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Heartbeat로 시키지 않아도 알아서 확인하고 실행.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14516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 마켓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4516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162~200+ 커뮤니티 스킬로 기능 확장. 생태계 효과.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256014" y="182880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 확장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6014" y="2148840"/>
            <a:ext cx="2201418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기능을 AI가 직접 코딩하여 추가. 무한 확장.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경고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이것은 이론이 아니라, 실제로 일어난 사고들이다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ClawJacked: 악성 웹페이지 방문만으로 전체 관리 권한 탈취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CVE 번호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CVE-2026-25253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CVSS 8.8 (고위험)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공격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악성 웹페이지 방문 시 Gateway 인증 토큰 탈취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로컬에서만 실행해도 브라우저가 다리 역할 → 전체 권한 장악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2026.1.29 버전에서 수정 (보고 후 24시간 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"ClawJacked" (Oasis Security)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패치(v2026.2.25)와 추가 CVE(CVE-2026-22177, 3월 20일)도 확인됨 — 보안 문제 지속 발견 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40,000+ 인스턴스가 인증 없이 공개 인터넷에 노출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40K+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노출된 인스턴스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7304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4474464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74464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 발견 국가 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5968" y="164592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263128" y="1691640"/>
            <a:ext cx="32400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63128" y="256032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식별된 취약점 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Gateway 기본 설정이 인증 없이 실행됨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키, OAuth 토큰이 일반 텍스트 설정 파일에 저장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512개 취약점 중 8개가 치명적 (원격 코드 실행, 명령 주입 등)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탈취 악성코드(RedLine, Lumma)가 OpenClaw 설정 파일을 수집 대상에 추가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스킬 마켓의 12~20%가 악성 코드 — "npm 좌의존성" 재현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감사 결과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97196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Koi Security: 2,857개 스킬 중 341개(12%) 악성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Bitdefender: 약 900개(~20%) 추정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단일 계정("hightower6eu")이 354개 단독 업로드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Kaspersky: 인포스틸러가 OpenClaw 설정 경로를 수집 대상에 추가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악성 유형: 자격증명 탈취, 원격 코드 실행, 데이터 유출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프롬프트 인젝션 시연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0236" y="2148840"/>
            <a:ext cx="4997196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CEO Matvey Kukuy가 프롬프트 인젝션이 담긴 이메일을 전송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5분 만에 에이전트로부터 개인 키 수신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"프롬프트 인젝션"이란?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읽히는 텍스트 안에 몰래 명령을 숨겨서 AI의 행동을 조종하는 공격.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문제는 업계 전체가 아직 풀지 못한 근본 과제.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전문가와 규제 당국 모두 경고 — 창시자도 "아직 비추천"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발언자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소속/역할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메시지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Peter Steinberger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OpenClaw 창시자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"비기술적 사용자에게 아직 추천하지 않는다"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네덜란드 DPA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데이터보호 당국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OpenClaw 사용 자제 권고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Cisco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"사이버보안 재앙"으로 평가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Gartner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 리서치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"에이전틱 AI의 위험한 예고편"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Simon Willison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연구자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"챌린저 우주왕복선 사고에 가장 가까운 후보"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창시자가 직접 비추천한 도구라는 점을 주목해야 한다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무료지만 공짜는 아니다 — API 비용 시나리오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예상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경량 (하루 10회 명령)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$5~15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가끔 질문, 간단한 작업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 (Heartbeat + 다채널)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$50~200+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메신저 연결, 주기적 체크, 이메일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무제한 자율운영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$500+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24/7 풀가동, 복수 채널, 복잡한 작업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참고: 창시자 Steinberger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$10,000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과정에서의 서버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 자체는 MIT 라이선스 무료 — 비용은 AI 모델 API 사용량에 비례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최적화 방법: 로컬 모델(Ollama) 사용, Heartbeat 간격 늘리기, 경량 모델 우선 호출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SOUL.md에 "비용 의식적으로 행동하라"고 지시하면 불필요한 API 호출 감소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기준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써볼까, 말까? 그리고 안전하게 시작하는 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상황별 판단 가이드: 나에게 맞는가?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당신의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개발자 + 반복 업무 많음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시도 가치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30~90분 세팅으로 시간 절약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 사이드 프로젝트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흥미로운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Docker에서 최소 권한으로 시도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비개발자 + 당장 쓰고 싶음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아직 이르다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창시자 본인이 비추천. GUI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민감한 데이터 다루는 업무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강력 비추천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보안 사고 다수. 규제 경고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 RPA 대체 목적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비추천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감사 추적, 규정 준수 기능 부재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안전하게 시작하기 위한 5가지 최소 조건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격리된 환경에서 실행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64592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 컨테이너 또는 별도 VM. 주 시스템과 분리.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API 키 사용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계정 절대 연결 금지. 별도 키 발급.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33756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 코드 전체 검토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전 소스코드 확인. 악성 스킬 12~20%.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25196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4348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화이트리스트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438912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곳만 접근 허용. 아웃바운드 제한.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5166360"/>
            <a:ext cx="102687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버전 유지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5303520"/>
            <a:ext cx="6611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패치가 빈번함. 자동 업데이트 설정.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비개발자를 위한 현실적 대안 4가지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/ ChatGPT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대화형 AI로 충분한 경우가 많다.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없이 바로 사용. 가장 낮은 진입장벽.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Shortcuts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/ Google Home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비개발자도 쉽게 쓸 수 있는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 자동화. OS 레벨 통합.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02336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Zapier / Make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간 연결 자동화.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불필요. 비주얼 플로우차트.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023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02336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20624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Manus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526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기반 자율 에이전트.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불필요. 유료 구독.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핫하고, 어디까지 갈까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시대적 배경과 미래 전망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지금 핫한가: 기술 성숙 + 사회적 수요가 동시에 맞물렸다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기술적 배경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97196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모델이 "대화"를 넘어 "실행" 수준 도달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API 비용 하락 → 개인 사용 경제적 가능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MCP 등 에이전트 표준 프로토콜 등장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182880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사회적 배경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0236" y="2148840"/>
            <a:ext cx="4997196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OpenAI/Google/MS 모두 "에이전트의 해" 선언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영국 직장인 71%가 비승인 AI 사용 (Shadow AI)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원격 근무 확산 → 자동화 니즈 가시화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931920"/>
            <a:ext cx="1105509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OpenClaw 특유의 바이럴 요소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10725912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오픈소스 + GitHub 스타 경쟁 → 네트워크 효과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창시자 OpenAI 합류 → "이것이 미래 방향"이라는 시그널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Andrej Karpathy(AI 거물) "SF 수준의 이륙" 지지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에이전트 소셜 네트워크 "Moltbook" 사건 → 미디어 폭발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미래 전망: 강력하지만, 프롬프트 인젝션이 천장을 결정한다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낙관적 시나리오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에이전트가 "원격 근무자의 모든 일" 수행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여러 에이전트가 팀처럼 협업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음성 + 물리 세계 통합 → 범용 비서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현실적 시나리오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복잡한 추론, 엣지 케이스 여전히 부족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프롬프트 인젝션 미해결 → "완전 자율" 한계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RPA와 AI 에이전트가 수렴 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비개발자 사용: 수년 내 (불확실)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숨은 위협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Apple Intelligence, Google Gemini 등 OS 레벨 에이전트 통합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OS가 직접 하면 서드파티 존재 이유 약화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OpenClaw 장기 생존의 가장 큰 변수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메시지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강력하지만 거칠다 — OpenClaw는 실제로 "일"을 하는 AI 비서이지만, 보안 사고가 현실이고 창시자도 비개발자에게 비추천한다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63040" y="283464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점진적 신뢰 확장이 최선의 전략 — 신입 직원에게 일을 맡기듯, 작은 것부터 시작해서 성공을 확인한 후 범위를 넓혀라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420624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48056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아직은 개발자의 도구 — 하지만 "에이전트의 해"가 시작되었고, AI가 실행까지 하는 시대가 열리고 있다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00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기반 보고서  |  2026-03-23  |  docs/research/2026-03-23-openclaw-ai-agent/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2026-03-23T00:59:02Z</dcterms:created>
  <dcterms:modified xsi:type="dcterms:W3CDTF">2026-03-23T00:59:02Z</dcterms:modified>
</cp:coreProperties>
</file>