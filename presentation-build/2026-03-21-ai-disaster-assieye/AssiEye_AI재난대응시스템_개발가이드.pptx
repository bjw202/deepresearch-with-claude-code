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1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51"/>
    <p:restoredTop sz="94610"/>
  </p:normalViewPr>
  <p:slideViewPr>
    <p:cSldViewPr snapToGrid="0" snapToObjects="1">
      <p:cViewPr>
        <p:scale>
          <a:sx n="180" d="100"/>
          <a:sy n="180" d="100"/>
        </p:scale>
        <p:origin x="586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실행 횟수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D8-C64F-B39A-54AD1E1C5EFE}"/>
              </c:ext>
            </c:extLst>
          </c:dPt>
          <c:dPt>
            <c:idx val="1"/>
            <c:invertIfNegative val="0"/>
            <c:bubble3D val="0"/>
            <c:spPr>
              <a:solidFill>
                <a:srgbClr val="00D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D8-C64F-B39A-54AD1E1C5EFE}"/>
              </c:ext>
            </c:extLst>
          </c:dPt>
          <c:dPt>
            <c:idx val="2"/>
            <c:invertIfNegative val="0"/>
            <c:bubble3D val="0"/>
            <c:spPr>
              <a:solidFill>
                <a:srgbClr val="FFB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D8-C64F-B39A-54AD1E1C5EFE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D8-C64F-B39A-54AD1E1C5E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수집 에이전트</c:v>
                </c:pt>
                <c:pt idx="1">
                  <c:v>개발 에이전트</c:v>
                </c:pt>
                <c:pt idx="2">
                  <c:v>테스트 에이전트</c:v>
                </c:pt>
                <c:pt idx="3">
                  <c:v>예측 에이전트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48</c:v>
                </c:pt>
                <c:pt idx="2">
                  <c:v>48</c:v>
                </c:pt>
                <c:pt idx="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D8-C64F-B39A-54AD1E1C5E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9E2A-CE99-A99A-8B13-F6EC1016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BE9EF-7DE8-A50C-EAA5-781A693D6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0A241-F0AF-398D-C164-D7F18921E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793A1-DF8B-71E6-A1C9-EBDE92770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098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71600" y="2148840"/>
            <a:ext cx="9445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에이전트 재난 대응 시스템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AssiEye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분석 &amp; 실전 개발 가이드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사건 발생 6시간 만에 구현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44805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9768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 4 에이전트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44805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0" y="4480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오픈소스 기술 스택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603504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2026-03-21  |  AssiEye 기술 분석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AssiEye는 사건 6시간 만에 수백 건의 정보를 자동 수집·분석하는 시스템이다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63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531059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200건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5676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기사 수집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595" y="1600200"/>
            <a:ext cx="256763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08883" y="1600200"/>
            <a:ext cx="2531059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90595" y="178308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149건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90595" y="2514600"/>
            <a:ext cx="25676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영상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2550" y="1600200"/>
            <a:ext cx="256763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50838" y="1600200"/>
            <a:ext cx="2531059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32550" y="178308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02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105건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32550" y="2514600"/>
            <a:ext cx="25676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게시물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4506" y="1600200"/>
            <a:ext cx="256763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092794" y="1600200"/>
            <a:ext cx="2531059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074506" y="178308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6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39회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74506" y="2514600"/>
            <a:ext cx="25676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예측 리포트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에이전트별 24시간 실행 횟수</a:t>
            </a:r>
            <a:endParaRPr lang="en-US" sz="13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8640" y="3749040"/>
          <a:ext cx="11091672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45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AssiEye 화면 구성: 지도를 중심으로 6개 정보 패널이 오버레이된다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 레이어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MapLibre GL 다크 지도 + 화재 위치 마커 + 타임라인 마커 + SNS 채널 마커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19879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왼쪽 패널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피드 (네이버뉴스 200건) + YouTube 피드 (149건, 🔴LIVE 뱃지)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08238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오른쪽 패널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긍정/부정 여론 분류 + X(트위터) 34건 + Instagram 35건 + Facebook 36건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하단 패널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추이 차트 + 상황 요약 + 통계 (사망11·부상59·실종3) + AI 예측 리포트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19879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중앙 상단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KBS·SBS·MBC 3채널 유튜브 생방송 동시 시청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08238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 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동시접속자·열점·FIRMS·기상·마지막 수집 시각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45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AssiEye는 3가지 핵심 기술의 조합으로 작동한다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Cheliped Browser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브라우저를 직접 조작해 뉴스·SNS에서 정보를 효율적으로 수집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agent-browser CLI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접근성 트리(AXTree)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토큰 51~93% 절약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19879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AI 예측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도메인 인과관계 분석으로 미래 시나리오 예측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사건-공간-자원-인명-2차피해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30분마다 자기 진화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확률 기반 예측 리포트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08238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하네스 엔지니어링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에이전트가 역할 분담해 시스템을 자율 운영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/loop 스킬로 주기 실행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공유 파일로 간접 소통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tmux 장시간 운영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MapLibre GL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무료 지도에 실시간 재난 이벤트 오버레이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BSD-2 라이선스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WebGL GPU 가속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SSE 실시간 업데이트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19879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 개선 루프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테스트→이슈→개발→재테스트가 30분마다 자동 반복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GitHub Issues 메시지 큐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사람 개입 없는 개선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공유 Git 저장소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08238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멀티소스 수집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네이버·YouTube·X·Instagram·Facebook 동시 수집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15분 주기 자동화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중복 제거 로직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오픈그래프 썸네일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59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AA">
                    <a:alpha val="80000"/>
                  </a:srgb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239512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Cheliped Browser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&amp; Agent DOM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39512" y="338328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39512" y="35661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인터넷을 직접 탐색하는 방법: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트리로 토큰을 51~93% 절약한다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45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일반 HTML 크롤링의 문제: 필요한 정보보다 잡음이 90% 이상이다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일반 HTML 크롤링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네이버 뉴스 페이지 일부 --&gt;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class="ad-container"&gt;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&lt;iframe src="...광고..."&gt;&lt;/iframe&gt;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class="gnb"&gt;메뉴1 메뉴2 ...&lt;/nav&gt;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class="article-wrap"&gt;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 class="tit_news"&gt;대전 화재 사망자...&lt;/h2&gt;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class="article_body"&gt;본문 내용...&lt;/p&gt;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수천 줄의 JS/CSS --&gt;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전체: ~15,000 토큰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실제 필요: ~300 토큰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잡음 비율: 98%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 트리(AXTree)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"대전 화재 사망자 11명으로..."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[ref=e1]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paragraph "소방당국은 22일..."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[ref=e2]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"기사 전문 보기"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[ref=e3]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"다음 기사 →"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[ref=e4]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전체: ~180 토큰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토큰 절약: 98.8%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잡음 없음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 트리는 시각장애인 보조기술용 구조를 AI가 재활용하는 것이다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 트리(AX Tree)란?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7190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브라우저는 스크린리더(시각장애인 보조기술)를 위해 웹페이지를 "의미 있는 요소만" 추출한 별도 트리를 내부에 유지합니다.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W3C ARIA 표준 기반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61518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버튼·링크·제목·입력창 등 실제 사용자가 상호작용하는 요소만 포함합니다.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필터링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351129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광고·CSS·이미지 픽셀·숨겨진 코드는 자동으로 제외됩니다.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DOM 트리 vs AX 트리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44074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DOM은 렌더러 프로세스의 전체 HTML 구조, AX는 브라우저 프로세스의 의미론적 요약입니다.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AI 에이전트에 적합한가?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5303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요소의 "역할(role)"과 "레이블(label)"만 알면 조작 가능합니다. 시각적 위치·스타일은 불필요합니다.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Agent DOM: 웹 요소에 @e1, @e2 번호를 붙여 AI가 안정적으로 조작하게 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1단계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962863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1945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페이지 오픈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926287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agent-browser open 'https://news.naver.com' → Chromium 헤드리스 브라우저 실행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13432"/>
            <a:ext cx="54864" cy="201168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2단계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514600"/>
            <a:ext cx="962863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945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CDP로 AXTree 추출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926287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Chrome DevTools Protocol(CDP)로 현재 페이지의 접근성 트리 요청 및 수신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3227832"/>
            <a:ext cx="54864" cy="201168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3단계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3429000"/>
            <a:ext cx="962863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1945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ref 번호 부여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3749040"/>
            <a:ext cx="926287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트리를 순회하며 상호작용 가능한 요소(버튼·링크·입력창)에 @e1, @e2... 순서 부여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4142232"/>
            <a:ext cx="54864" cy="201168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4단계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4343400"/>
            <a:ext cx="962863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19456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AI가 ref로 명령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663440"/>
            <a:ext cx="926287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agent-browser click @e3 / agent-browser fill @e1 '대전화재' → CSS 셀렉터 불필요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5056632"/>
            <a:ext cx="54864" cy="201168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5단계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11680" y="5257800"/>
            <a:ext cx="962863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9456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반환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94560" y="5577840"/>
            <a:ext cx="9262872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클릭/입력 후 페이지 변경 → snapshot 재실행으로 새 상태 확인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45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토큰 절감률은 페이지 복잡도에 따라 51%~93%로 달라진다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0" cy="320040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HTML 크롤링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AXTree (전체)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AXTree (-i 옵션)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Wikipedia 단순 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~8,000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~3,900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~3,920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프로젝트 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~25,000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~5,500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~5,200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Hacker News 목록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~18,000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~4,200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~3,800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상호작용 요소 전용 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~15,000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~8,000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~1,050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네이버 뉴스 (추정)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~20,000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~4,000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~2,000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~90%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출처: paddo.dev 벤치마크 + Vercel 공식 주장. "93%"는 상호작용 요소만 추출(-i)하는 최적 조건. 범용 적용 시 70~80% 현실적.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45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agent-browser 설치부터 핵심 명령어까지: 5분이면 준비 완료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Node.js 18+ 필요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agent-browser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Chromium 다운로드 (약 200MB)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install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설치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--version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클로드 코드 스킬로 등록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~/.claude/skills/ 에 skill.md 복사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또는 CLAUDE.md에 직접 사용 지침 작성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명령어 6개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페이지 열기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open "https://url"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전체 AXTree 스냅샷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snapshot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상호작용 요소만 (토큰 절약)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snapshot -i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ref로 클릭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click @e3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ref로 텍스트 입력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fill @e1 "검색어"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스크린샷 (디버깅용)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screenshot page.png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45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 에이전트가 agent-browser를 사용하는 실제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CLAUDE.md에 작업 절차 정의: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에이전트에게 "이 도구로 이렇게 탐색해라"고 지시하는 명세서입니다.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Bash 도구로 CLI 호출: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148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Bash 도구를 통해 agent-browser 명령어를 실행합니다.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결과를 파일로 저장: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651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수집한 데이터를 data/events.json에 append 합니다.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CLAUDE.md 예시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2839792"/>
          </a:xfrm>
          <a:prstGeom prst="roundRect">
            <a:avLst>
              <a:gd name="adj" fmla="val 29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794760"/>
            <a:ext cx="10762488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정보수집 에이전트 역할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작업 절차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agent-browser open "https://search.naver.com/search.naver?where=news&amp;query=대전화재"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agent-browser snapshot -i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기사 링크(@e번호) 목록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각 기사에 대해: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agent-browser click @e번호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agent-browser snapshot (본문 추출)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URL이 data/collected_urls.txt에 있으면 건너뜀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없으면 data/events.json에 추가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data/collected_urls.txt에 URL 기록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구현 방법: agent-browser CLI vs Playwright Python 자동화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384048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agent-browser CLI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Playwright Python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주체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 에이전트 (대화형)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Python 스크립트 (자동화)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언제 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복잡한 탐색, 로그인, 동적 SPA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 실행, 대량 수집, 배치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위치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CLAUDE.md 지침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src/crawler/*.py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중복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에이전트가 직접 파일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스크립트 내 로직으로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복잡한 상황 유연하게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스케줄러와 결합 가능, 비용 효율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 비용 높음, 속도 느림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동적 사이트 처리 한계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57150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AssiEye는 두 방법을 혼용: 에이전트는 CLI로 탐색, 주기 수집은 Python 스크립트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45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59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AA">
                    <a:alpha val="80000"/>
                  </a:srgb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239512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온톨로지 기반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예측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39512" y="338328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39512" y="35661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인과관계를 모델링해 미래 시나리오를 예측하는 방법: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RDF/OWL 없이 프롬프트 설계만으로 구현한다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온톨로지란 AI에게 알려주는 "개념 간 관계 지도"다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" cy="77724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온톨로지의 정의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7373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도메인의 개념·관계·규칙을 체계적으로 정의한 지식 구조입니다.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4864" cy="7772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방식 (복잡)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63347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RDF(Resource Description Framework), OWL(Web Ontology Language) 같은 전용 포맷이 필요합니다.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54864" cy="7772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529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AssiEye 방식 (단순)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52958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같은 LLM이 온톨로지 추론 엔진 역할을 대체합니다. 프롬프트 설계가 전부입니다.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54864" cy="77724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44256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44256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구조로 사고해라"는 지시문이 JSON 스키마 + 시스템 프롬프트로 구현됩니다.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54864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5321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가능한가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532180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언어 모델은 구조화된 관계 분석과 귀납적 추론을 이미 내재화하고 있습니다.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45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재난 상황을 5개 도메인으로 분류해 인과관계를 모델링한다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사건 (Incident)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발생 시각·위치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현재 진행 상태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확산 경로·속도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진화율(%)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19879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공간 (Space)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9879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건물 층수·유형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주변 위험 건물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위험 물질 목록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구조적 취약점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308238" y="18105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자원 (Resources)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238" y="21488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소방차·인력 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진압 방법 제약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투입 장비·로봇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가용 의료 자원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3477463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인명 (Casualties)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사망·부상·실종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부상 중증도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수색 구역·상태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병원 이송 현황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6999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355287" y="416052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19879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피해 (Secondary)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19879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건물 붕괴 위험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환경 오염 위험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법적 책임 리스크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경제적 피해 산정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5358" y="4160520"/>
            <a:ext cx="3514039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143646" y="4160520"/>
            <a:ext cx="3477463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08238" y="4325112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인과관계 연결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08238" y="4663440"/>
            <a:ext cx="3148279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도메인은 서로 연결됨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자원(나트륨) → 사건(진압 지연) → 인명(수색 지연) → 공간(전소) → 2차피해(붕괴)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인과관계 연쇄: 하나의 사실이 여러 예측으로 이어진다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8105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건물에 나트륨(Na) 보관 [자원 도메인]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2249424"/>
            <a:ext cx="54864" cy="173736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물(H₂O) 사용 진압 불가 [자원 제약]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935224"/>
            <a:ext cx="54864" cy="173736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진압 지연 → 건물 전소 [사건]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3621024"/>
            <a:ext cx="54864" cy="173736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8679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실종자 수색 불가능 [인명]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4306824"/>
            <a:ext cx="54864" cy="173736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FE8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5537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전소 후 새벽 기온 강하 [공간]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4992624"/>
            <a:ext cx="54864" cy="173736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5239512"/>
            <a:ext cx="4663440" cy="35661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구조물 취약화 → 붕괴 예측 확률 0.6 [2차 피해]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1737360"/>
            <a:ext cx="5422392" cy="438912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26480" y="187452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연쇄 추론이 가능한 이유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5056632" cy="3566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인과관계 규칙을 온톨로지로 사전 정의했기 때문에, LLM이 새로운 정보를 받으면 자동으로 연쇄 추론을 수행합니다.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"새벽 기온 강하" 정보가 들어오는 순간 "구조물 취약화 → 붕괴 위험"을 즉시 도출합니다.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각 도메인의 개념이 JSON으로 정의됨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도메인 간 인과관계 규칙이 시스템 프롬프트에 명시됨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LLM이 새 데이터를 받으면 규칙에 따라 연쇄 추론 수행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온톨로지를 JSON 스키마로 정의하는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"disaster_type": "fire",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"대전 안전공업",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"lat": 36.35, "lng": 127.38,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"대전광역시 대덕구"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"domains":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"incident":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"start_time": "2026-03-21T13:17:00",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"status": "진압완료",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"progression": ["발생","확산","진압시작","완전진화"]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"space":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"building_floors": 5,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"building_type": "공장",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"hazardous_materials": ["나트륨(Na)"]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"resources":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"firefighters": 115, "vehicles": 46, "robots": 2,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"constraint": "나트륨으로 인한 물 사용 제한"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"casualties": { "dead":11, "injured":59, "missing":3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"secondary_risks": [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{"type":"건물붕괴","probability":0.6,"basis":"전소 후 기온강하"},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{"type":"토양오염","probability":0.4,"basis":"나트륨 반응물"}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45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API 예측 프롬프트: 시스템 프롬프트 + 사용자 메시지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프롬프트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 = 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당신은 재난 분석 전문가입니다.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5개 도메인(사건/공간/자원/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인명/2차피해)의 인과관계를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분석해 향후 시나리오를 예측합니다.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예측에는 반드시 포함: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probability: 0.0~1.0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basis: 근거 한 문장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timeframe: 예측 시점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domain: 해당 도메인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형식으로만 응답하세요.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 메시지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user_msg = f"""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현재 재난 상황 (Turn {turn}):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{json.dumps(ontology,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이전 예측 검증: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{prev_predictions_summary}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요청사항: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이전 예측 검증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새 변수/위험 추가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단기/중기/장기 시나리오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분석 방법론 개선점 1개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JSON으로 응답: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"verified": [...],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"new_variables": [...],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"predictions": [...],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"methodology_update": "..."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45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 진화 4단계: 30분마다 예측이 더 정교해지는 메커니즘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94457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377440" y="1719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이전 예측 검증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05740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턴의 예측이 실제 발생한 이벤트와 얼마나 일치하는지 비교. 틀린 예측은 원인 분석 후 온톨로지 업데이트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578608"/>
            <a:ext cx="54864" cy="23774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2단계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2816352"/>
            <a:ext cx="94457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77440" y="288950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변수 추가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227832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수집된 데이터에서 이전에 고려하지 못한 변수 발굴. 예: "기온 강하" 정보가 들어오면 "구조물 취약화" 변수 추가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749040"/>
            <a:ext cx="54864" cy="23774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986784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3단계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94560" y="3986784"/>
            <a:ext cx="94457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377440" y="405993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방법론 개선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4398264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"건물 구조만 봤는데 주변 교통·의료 접근성도 봐야겠다" 같은 분석 접근법 자체를 갱신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4919472"/>
            <a:ext cx="54864" cy="23774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5157216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5157216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4단계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94560" y="5157216"/>
            <a:ext cx="9445752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377440" y="5230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과제 설정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77440" y="5568696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턴에서 집중 분석할 주제 결정. 턴39에서는 "피해 금액 산정" 같은 고차원 분석으로 발전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45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결과 해석: 확률과 근거를 함께 읽어야 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단기 예측 (24시간 내)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2084832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0.70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84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실종자 3명 중 2명 이상 발견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잔여 수색 구역 축소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94360" y="29809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980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0.60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9809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건물 일부 구역 붕괴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319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전소 후 기온 강하, 나트륨 반응물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" y="387705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38770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0.85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8770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피해 금액 1차 추산 완료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2153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소방청 보고서 관례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장기 예측 (1개월 이상)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77356" y="2011680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323076" y="2084832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23076" y="2084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0.55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0848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중대재해처벌법 기소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사망 11명, 안전관리 부실 정황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7356" y="2907792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23076" y="29809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23076" y="2980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0.50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29809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1심 선고 2027년 상반기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3192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유사 사건 평균 재판 기간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7356" y="3803904"/>
            <a:ext cx="5362956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323076" y="387705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23076" y="38770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0.80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38770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유사 공장 일제 점검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42153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정부 대응 관례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31520" y="48920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확률은 AI의 추정이며 공식 기관 발표가 아닙니다. 의사결정 보조 용도로만 활용하세요.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45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59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AA">
                    <a:alpha val="80000"/>
                  </a:srgb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239512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하네스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엔지니어링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39512" y="338328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39512" y="35661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AI 에이전트가 사람 없이 협력하는 방법: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파일과 이슈 트래커로 간접 소통한다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45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에이전트가 각자 역할을 맡고 30분마다 자율 운영된다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에이전트 (30분 주기)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초기: 전체 웹서비스 코드 작성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이후: GitHub Issues 확인 → 최우선 이슈 1개 해결 → commit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도구: CLAUDE.md, Git, 코드 편집기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공유: 전체 코드베이스 (소유)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14516" y="18105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테스트/이슈 에이전트 (30분 주기)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agent-browser로 실제 사이트 접속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테스트 → 버그 발견 → 이슈 자동 발행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없어도 개선점 이슈 작성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도구: agent-browser, GitHub Issues API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공유: Issues (쓰기)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3251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 에이전트 (15분 주기)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네이버·YouTube·X·IG·FB 크롤링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게시물만 저장 (중복 제거)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오픈그래프 이미지 추출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도구: agent-browser, Playwright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공유: data/events.json (append)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14516" y="432511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예측 에이전트 (30분 주기)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events.json 읽기 → 온톨로지 업데이트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도메인 분석 → 예측 리포트 생성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진화 루프 실행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도구: Claude API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공유: ontology/report_NNN.json (쓰기)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45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간 통신: 직접 대화 대신 공유 파일과 이슈 트래커를 사용한다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[수집 에이전트]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67128"/>
            <a:ext cx="54864" cy="13716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data/events.json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898648"/>
            <a:ext cx="54864" cy="13716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[예측 에이전트]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3630168"/>
            <a:ext cx="54864" cy="13716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ontology/report_039.json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4361688"/>
            <a:ext cx="54864" cy="13716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[FastAPI 백엔드]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5093208"/>
            <a:ext cx="54864" cy="13716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[MapLibre 대시보드]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1965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2697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8920" y="3429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8892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92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600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6928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[테스트 에이전트]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2167128"/>
            <a:ext cx="54864" cy="18288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635240" y="21671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 issue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3774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66928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Issues #42 "버그: 지도 마커 미표시"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2944368"/>
            <a:ext cx="54864" cy="18288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35240" y="29443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 &amp; fix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3154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669280" y="3154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[개발 에이전트]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9520" y="3721608"/>
            <a:ext cx="54864" cy="18288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35240" y="37216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close issue + commit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4663440"/>
            <a:ext cx="6245352" cy="73152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577840" y="4754880"/>
            <a:ext cx="5879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핵심: "마이크로서비스의 메시지 큐 패턴과 구조적으로 동일합니다"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45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 /loop 스킬: 지정 간격마다 에이전트를 자동 반복 실행한다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문법과 동작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기본 문법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[간격] &lt;프롬프트&gt;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간격 단위: m(분), h(시간), d(일)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기본값: 10분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15m 정보수집 에이전트 작업 실행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30m 온톨로지 예측 리포트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/loop 1h 전체 시스템 상태 점검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동작 과정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cron 표현식으로 변환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내부 스케줄러에 등록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세션 유지 중 반복 실행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각 실행 결과 세션에 출력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세션 종료 시 루프도 소멸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tmux 조합 필수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에이전트 설정 예시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터미널 1: 수집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/loop 15m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.claude/collector.md 지침에 따라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네이버·유튜브·SNS에서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대전화재 관련 신규 게시물 수집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터미널 2: 예측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/loop 30m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data/events.json 읽고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온톨로지 예측 리포트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터미널 3: 테스트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/loop 30m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사이트 기능 테스트 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발견된 이슈 GitHub에 발행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터미널 4: 개발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/loop 30m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GitHub Issues 확인 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최우선 이슈 1개 해결 및 commit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45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tmux로 4개 에이전트를 서버에서 영속적으로 운영하는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297680"/>
          </a:xfrm>
          <a:prstGeom prst="roundRect">
            <a:avLst>
              <a:gd name="adj" fmla="val 1702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023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tmux 세션 생성 (서버 재시작 후에도 복구 가능)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new-session -d -s collector "claude --dangerously-skip-permissions"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new-session -d -s predictor "claude --dangerously-skip-permissions"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new-session -d -s tester    "claude --dangerously-skip-permissions"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new-session -d -s developer "claude --dangerously-skip-permissions"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세션에 /loop 명령 전송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collector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15m .claude/collector.md 내용대로 수집 실행"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predictor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30m .claude/predictor.md 내용대로 예측 실행"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모니터링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ls                           # 세션 목록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attach-session -t collector  # 수집 에이전트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Ctrl+b d                          # 세션 detach (종료 아님)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 재시작 후 복구 스크립트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tmux-resurrect 플러그인 또는 start_agents.sh 자동 실행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--dangerously-skip-permissions는 로컬 개발 환경 전용. 프로덕션에서는 권한 설정 검토 필요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45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CLAUDE.md 작성법: 에이전트 역할을 명확히 정의해야 충돌을 막는다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CLAUDE.md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75488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수집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역할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15분마다 대전화재 관련 신규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게시물을 수집해 저장한다.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수집 대상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네이버: search.naver.com?query=대전화재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YouTube: youtube.com/results?query=대전화재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작업 절차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agent-browser open [URL]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agent-browser snapshot -i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data/collected_urls.txt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신규만 data/events.json에 추가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collected_urls.txt에 URL 기록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공유 파일 규칙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events.json: append만 (덮어쓰기 금지)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collected_urls.txt: append만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다른 파일 수정 금지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나쁜 CLAUDE.md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1994294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수집 에이전트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역할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정보를 수집해서 저장해라.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방법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인터넷에서 화재 관련 내용을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찾아서 저장해라.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77356" y="4186913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나쁜가: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77356" y="4552673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수집 대상 URL 미명시 → 에이전트가 임의로 선택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77356" y="4900145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저장 파일 경로 미명시 → 다른 에이전트 파일 덮어쓸 수 있음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7356" y="5247617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중복 제거 로직 미명시 → 동일 게시물 무한 재수집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7356" y="5595089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append 규칙 미명시 → Git 충돌 발생 가능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45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간 Git 충돌 방지: 파일 분리 설계가 핵심이다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3200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전담 파일/디렉토리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쓰기 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에이전트 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data/events.json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data/collected_urls.txt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append-only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읽기만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ontology/report_NNN.json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ontology/schema.json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파일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읽기만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 Issues (API)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생성만 (수정 금지)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읽기만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에이전트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src/ 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package.json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CLAUDE.md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수정·삭제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읽기만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51206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동일 파일을 동시에 수정하면 Git merge conflict 발생. 에이전트마다 "소유 파일"을 명확히 지정하고 CLAUDE.md에 명시한다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45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59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AA">
                    <a:alpha val="80000"/>
                  </a:srgb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239512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전체 연동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아키텍처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39512" y="338328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39512" y="35661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→ 처리 → 시각화 → 자기 개선: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레이어가 유기적으로 연결된다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45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레이어가 순환하며 실시간 재난 모니터링 시스템을 구성한다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3152" cy="91440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 레이어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+ agent-browser → 네이버 / YouTube / X / IG / FB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15분 주기, 중복 제거 → data/events.json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2532888"/>
            <a:ext cx="54864" cy="182880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3152" cy="9144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처리 레이어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API → 감성 분석(긍/부정) + 온톨로지 예측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주기, 자기 진화 → ontology/report_NNN.json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675888"/>
            <a:ext cx="54864" cy="18288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출력 레이어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SSE → MapLibre GL 대시보드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지도 업데이트 + 예측 패널 갱신, ngrok으로 외부 공개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4818888"/>
            <a:ext cx="54864" cy="182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5102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개선 루프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에이전트 → GitHub Issues → 개발 에이전트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30분마다 버그 수정 + UI 개선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45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전달 방식 선택: 재난 대응에는 SSE가 가장 실용적이다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56616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 폴링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WebSocket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클라이언트 요청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서버→클라이언트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 복잡도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단순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15~30초 지연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즉각 (서버 push)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즉각 (양방향)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 호환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 (기존 HTTP 재사용)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 (업그레이드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재연결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브라우저 자동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구현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AssiEye 선택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✅ 선택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단순 대시보드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단방향 이벤트 스트림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채팅·실시간 게임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3232" y="5486400"/>
            <a:ext cx="10762488" cy="330859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sse_starlette.sse import EventSourceResponse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asyncio, </a:t>
            </a:r>
            <a:r>
              <a:rPr lang="en-US" sz="10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@app.get("/events")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stream_events():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generator():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last_count = 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True: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open("data/events.json")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len(events) &gt; last_count: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e in events[last_count:]: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yield {"data": json.dumps(e,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last_count = len(events)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asyncio.sleep(10)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EventSourceResponse(generator())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45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253A7-F149-4E46-7258-A382DE4B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14EF4A-5D06-F439-C5B3-EF4100DF4FCA}"/>
              </a:ext>
            </a:extLst>
          </p:cNvPr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C8D35C-B30A-2E4C-8F03-3F9FCAD2700A}"/>
              </a:ext>
            </a:extLst>
          </p:cNvPr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전달 방식 선택: 재난 대응에는 SSE가 가장 실용적이다</a:t>
            </a:r>
            <a:endParaRPr lang="en-US" sz="2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04C07CD-C87E-3541-2AE0-BAFD91EC1A9B}"/>
              </a:ext>
            </a:extLst>
          </p:cNvPr>
          <p:cNvSpPr/>
          <p:nvPr/>
        </p:nvSpPr>
        <p:spPr>
          <a:xfrm>
            <a:off x="548640" y="1564039"/>
            <a:ext cx="11091672" cy="3794770"/>
          </a:xfrm>
          <a:prstGeom prst="roundRect">
            <a:avLst>
              <a:gd name="adj" fmla="val 4324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34E5ADA-094A-4706-2BC8-D694674B8D74}"/>
              </a:ext>
            </a:extLst>
          </p:cNvPr>
          <p:cNvSpPr/>
          <p:nvPr/>
        </p:nvSpPr>
        <p:spPr>
          <a:xfrm>
            <a:off x="713232" y="1701200"/>
            <a:ext cx="10762488" cy="352404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sse_starlette.sse import EventSourceResponse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asyncio, </a:t>
            </a:r>
            <a:r>
              <a:rPr lang="en-US" sz="10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00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@app.get("/events")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stream_events():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generator():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last_count = 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True: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open("data/events.json")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len(events) &gt; last_count: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e in events[last_count:]: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yield {"data": json.dumps(e,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last_count = len(events)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asyncio.sleep(10)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EventSourceResponse(generator())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8912EAC-AFC1-0EB0-5133-4143238715B8}"/>
              </a:ext>
            </a:extLst>
          </p:cNvPr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45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001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MapLibre GL: BSD-2 라이선스 무료 오픈소스로 Mapbox 대신 사용한다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Mapbox vs MapLibre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201168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1737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항목          MapLibre    Mapbox GL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라이선스      BSD-2 무료  상용 (v2+)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키        불필요      필수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비용          타일만      호출량 과금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출발점        Mapbox v1   Mapbox 자체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다운로드  200만/주    더 많음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terrain    플러그인    내장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업데이트 핵심 코드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다크 타일 설정 (Stadia 무료)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map = new maplibregl.Map({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container: 'map',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'https://tiles.stadiamaps.com'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'/styles/alidade_smooth_dark.json',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center: [127.38, 36.35],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zoom: 12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GeoJSON 소스 등록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map.on('load', () =&gt;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map.addSource('events',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'geojson',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 type:'FeatureCollection', features:[] 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map.addLayer({ id:'circles', type:'circle',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source:'events',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paint: { 'circle-color': '#4A7BF7',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'circle-radius': 8 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SSE 수신 → 실시간 업데이트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 = new EventSource('/events');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es.onmessage = (e) =&gt;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JSON.parse(e.data);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src = map.getSource('events');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src._data.features.push({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type:'Feature',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geometry:{type:'Point',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coordinates:[data.lng, data.lat]},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 data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src.setData(src._data);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5362956" cy="16002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Stadia Maps 무료 다크 타일: 월 200,000 요청까지 무료, API 키 불필요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45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593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D4AA">
                    <a:alpha val="80000"/>
                  </a:srgb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239512" y="1828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직접 만들기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239512" y="3383280"/>
            <a:ext cx="137160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39512" y="35661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초기화부터 ngrok 배포까지: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6시간 구축 로드맵 + 단계별 코드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45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6시간 구축 로드맵: 각 단계의 완료 기준을 확인하며 진행한다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 (20분)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환경 초기화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9385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agent-browser snapshot 명령이 네이버에서 AXTree를 반환함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 (90분)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404872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2608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AXTree 크롤러 구현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743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대전화재 관련 기사 10개를 data/events.json에 저장 성공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954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3 (90분)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3209544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26080" y="32552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예측 시스템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5478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Claude API가 5개 도메인 분석 + 예측 JSON 1개 생성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4 (60분)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4014216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926080" y="4059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멀티에이전트 하네스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35254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4개 터미널에서 /loop 실행 중, 30분 후 자동으로 이슈 1개 생성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18888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8188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5 (60분)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4818888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92608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대시보드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515721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브라우저에서 다크 지도에 마커가 표시되고 SSE로 실시간 업데이트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48640" y="5623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6 (10분)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5623560"/>
            <a:ext cx="8897112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92608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ngrok 배포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26080" y="59618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기준: https://xxxx.ngrok-free.app 외부 URL로 접속 가능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45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1: 프로젝트 구조와 환경 초기화 (20분)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디렉토리 구조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assieye &amp;&amp; cd assieye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 assieye --public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디렉토리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src/{crawler,agents,api,frontend}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data ontology scripts .claude/agents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역할 설명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src/crawler/   - Playwright 크롤러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src/api/       - FastAPI 백엔드 (SSE)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src/frontend/  - MapLibre 대시보드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data/          - events.json, collected_urls.txt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ontology/      - JSON 스키마, 예측 리포트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.claude/agents/- 각 에이전트 CLAUDE.md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패키지 설치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75488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환경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venv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playwright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anthropic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fastapi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uvicorn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sse-starlette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sqlalchemy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aiohttp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python-dotenv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pyngrok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Playwright 브라우저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install chromium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agent-browser (Node.js 18+ 필요)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agent-browser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install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동작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open "https://www.naver.com"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agent-browser snapshot -i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AXTree가 출력되면 설치 완료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45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1 계속: .env 파일 구성과 주의사항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3383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파일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&gt; .env &lt;&lt; 'EOF'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API (필수)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ANTHROPIC_API_KEY=sk-ant-...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https://console.anthropic.com 에서 발급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데이터베이스 (개발: SQLite, 운영: PostgreSQL)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DATABASE_URL=sqlite:///./data/assieye.db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ngrok (무료 계정)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NGROK_AUTHTOKEN=...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https://ngrok.com/signup 에서 발급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수집 주기 (초 단위)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COLLECTION_INTERVAL=900   # 15분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PREDICTION_INTERVAL=1800  # 30분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모델 선택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비용 절감: claude-haiku-4-5-20251001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고품질: claude-opus-4-6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CLAUDE_MODEL=claude-sonnet-4-6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(이슈 트래커용)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GITHUB_TOKEN=ghp_...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GITHUB_REPO=username/assieye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5413248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.env를 절대 git commit하지 마세요 (.gitignore에 추가)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742432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ANTHROPIC_API_KEY 노출 시 즉시 revoke 하세요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6089904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610819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개발 중에는 claude-haiku 사용 권장 (비용 10배 저렴)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45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2-A: Playwright AXTree 크롤러 기본 구조 (45분)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src/crawler/base_crawler.py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playwright.async_api import async_playwright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anthropic, json, asyncio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AXTreeCrawler: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"""AXTree 기반 크롤러. DOM 파싱 없이 의미론적 콘텐츠 추출."""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get_axtree(self, url: str) -&gt; str: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"""페이지의 AXTree 스냅샷 반환"""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with async_playwright() as p: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browser = await p.chromium.launch(headless=True)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context = await browser.new_context(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user_agent="Mozilla/5.0 (compatible; DisasterMonitor/1.0)"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page = await context.new_page()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await page.goto(url, wait_until="domcontentloaded", timeout=30000)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핵심: aria_snapshot()으로 AXTree 추출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snapshot = await page.locator("body").aria_snapshot()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snapshot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 Exception as 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f"ERROR: {e}"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finally: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await browser.close()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parse_with_claude(self, snapshot: str, keyword: str) -&gt; list: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"""AXTree를 Claude로 파싱해 구조화된 데이터 추출"""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 = anthropic.AsyncAnthropic()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await client.messages.create(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model="claude-haiku-4-5-20251001",  # 파싱은 Haiku로 절약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max_tokens=2000,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messages=[{"role":"user","content":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f"다음 AXTree에서 '{keyword}' 관련 항목을 추출하세요.\n"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f"JSON 배열: [{{'title':'...','url':'...','time':'...'}}]\n\n"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f"{snapshot[:5000]}"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json.loads(response.content[0].text)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[]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45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2-B: 네이버 뉴스 크롤러 + 중복 제거 로직 (45분)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네이버 뉴스 크롤러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src/crawler/naver_crawler.py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.base_crawler import AXTreeCrawler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os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NAVER_URL = 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"https://search.naver.com/search.naver"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"?where=news&amp;query={keyword}&amp;sort=1"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sort=1: 최신순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NaverNewsCrawler(AXTreeCrawler):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keyword: str):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self.keyword = keyword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self.collected_file = "data/collected_urls.txt"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self.events_file = "data/events.json"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is_duplicate(self, url: str) -&gt; bool: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os.path.exists(self.collected_file):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open(self.collected_file)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url in f.read().splitlines()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crawl(self) -&gt; int: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url = NAVER_URL.format(keyword=self.keyword)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snapshot = await self.get_axtree(url)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 = await self.parse_with_claude(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snapshot, self.keyword)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new_count = 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item in items: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self.is_duplicate(item.get("url","")):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item["source"] = "naver"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item["collected_at"] = datetime.now().isoformat()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self._append_event(item)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new_count += 1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new_count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이벤트 저장 + 중복 제거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_append_event(self, item: dict):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"""events.json에 append (덮어쓰기 금지)"""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events = []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os.path.exists(self.events_file):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open(self.events_file)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events.append(item)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open(self.events_file, "w")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json.dump(events, f,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ensure_ascii=False, indent=2)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URL 기록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open(self.collected_file, "a")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f.write(item.get("url","") + "\n")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예시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crawler = NaverNewsCrawler("대전화재")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await crawler.crawl()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print(f"새로 수집: {count}건")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45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3-A: 온톨로지 JSON 스키마 설계와 초기 데이터 입력 (45분)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ontology/disaster_schema.json 초기 구조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"disaster_id": "daejeon-fire-20260321",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"disaster_type": "fire",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"location":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"대전 안전공업",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"lat": 36.35, "lng": 127.38,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"address": "대전광역시 대덕구 산업단지"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"domains":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"incident":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"start_time": "2026-03-21T13:17:00+09:00",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"current_status": "진압완료",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"fire_suppression_rate": 100,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"progression_log": [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{"time": "13:17", "event": "화재 발생"},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{"time": "13:53", "event": "주변 건물 위협"},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{"time": "16:53", "event": "진압 본격화"},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{"time": "19:00", "event": "완전 진화"}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"space":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"building_floors": 5,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"building_type": "화학공장",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"area_sqm": 2500,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"hazardous_materials": ["나트륨(Na)"],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"construction_year": 1998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"resources":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"firefighters": 115, "vehicles": 46, "robots": 2,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"suppression_constraints": [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"나트륨과 물 반응으로 물 사용 금지",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"건물 내부 구조 불명으로 진입 제한"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"casualties":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"dead": 11, "injured": 59, "missing": 3,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"injury_breakdown": {"critical": 24, "minor": 31, "hospitalized": 18}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"secondary_risks": []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"turn": 0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open("ontology/disaster_schema.json", "w")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json.dump(schema, f, ensure_ascii=False, indent=2)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print("온톨로지 스키마 생성 완료")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45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3-B: Claude API 예측 리포트 생성 코드 (45분)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src/agents/prediction_agent.py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anthropic, json, glob, os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 = """당신은 재난 분석 전문가입니다.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5개 도메인의 인과관계를 분석해 향후 시나리오를 예측합니다.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반드시 JSON 형식으로만 응답하세요."""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generate_prediction_report(turn: int) -&gt; dict: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anthropic.AsyncAnthropic()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open("ontology/disaster_schema.json")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ontology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prev_report = None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prev_files = sorted(glob.glob("ontology/report_*.json"))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prev_files: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open(prev_files[-1])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prev_report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 = []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os.path.exists("data/events.json"):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open("data/events.json")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events = json.load(f)[-20:]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user_msg = f"""현재 상황 (Turn {turn}):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온톨로지: {json.dumps(ontology,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최신 이벤트: {json.dumps(events,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이전 예측: {json.dumps(prev_report, ensure_ascii=False) if prev_report else "없음"}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응답: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{{"turn":{turn},"verified_predictions":[],"new_variables":[],"predictions":[{{"scenario":"...","probability":0.0,"basis":"...","timeframe":"단기|중기|장기","domain":"..."}}],"methodology_update":"..."}}"""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range(3):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 = await client.messages.create(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model="claude-opus-4-6", max_tokens=3000,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system=SYSTEM_PROMPT,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messages=[{"role":"user","content":user_msg}]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json.loads(response.content[0].text)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result["generated_at"] = datetime.now().isoformat()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fname = f"ontology/report_{turn:03d}.json"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open(fname, "w")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json.dump(result, f, ensure_ascii=False, indent=2)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print(f"Turn {turn} 리포트 생성: {fname}")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result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import asyncio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asyncio.sleep(2 ** attempt)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45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4: 멀티에이전트 하네스 구성 (60분)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수집 에이전트 CLAUDE.md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수집 에이전트 (15분 주기)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역할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인터넷에서 대전화재 관련 신규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게시물을 수집해 저장한다.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수집 순서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네이버 뉴스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URL: https://search.naver.com/...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YouTube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URL: https://www.youtube.com/...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각 사이트 작업 절차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agent-browser open [URL]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agent-browser snapshot -i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게시물 제목·링크 추출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data/collected_urls.txt 확인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신규만 data/events.json에 추가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URL을 collected_urls.txt에 기록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절대 규칙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events.json: append만 (덮어쓰기 X)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다른 디렉토리 파일 수정 금지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오류 발생 시 건너뛰고 계속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tmux 구동 스크립트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1948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scripts/start_agents.sh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PROJECT="/home/user/assieye"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$PROJECT &amp;&amp; source venv/bin/activate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기존 세션 정리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kill-session -t collector 2&gt;/dev/null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kill-session -t predictor 2&gt;/dev/null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kill-session -t tester    2&gt;/dev/null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kill-session -t developer 2&gt;/dev/null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4개 세션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agent in collector predictor tester developer; do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tmux new-session -d -s $agent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"cd $PROJECT &amp;&amp; source venv/bin/activate &amp;&amp; claude"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  # Claude 초기화 대기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/loop 설정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collector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15m .claude/agents/collector.md 지침 실행"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predictor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30m .claude/agents/predictor.md 지침 실행"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tester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30m .claude/agents/tester.md 지침 실행"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send-keys -t developer \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"/loop 30m GitHub Issues 확인 후 최우선 이슈 해결" Enter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"4개 에이전트 시작 완료"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5-A: FastAPI + SSE 백엔드 구현 (30분)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src/api/main.py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fastapi.middleware.cors import CORSMiddleware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fastapi.staticfiles import StaticFiles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sse_starlette.sse import EventSourceResponse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asyncio, json, glob, os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FastAPI(title="AssiEye API")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app.add_middleware(CORSMiddleware,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allow_origins=["*"], allow_methods=["GET"], allow_headers=["*"])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app.mount("/static", StaticFiles(directory="src/frontend"), name="static")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@app.get("/events")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stream_events(since: int = 0):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"""SSE: data/events.json의 신규 항목을 실시간 스트리밍"""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generator():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last_count = since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True: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with open("data/events.json")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events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len(events) &gt; last_count: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event in events[last_count:]: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yield {"event": "new_event",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"data": json.dumps(event, ensure_ascii=False)}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last_count = len(events)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 FileNotFoundError: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pass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asyncio.sleep(10)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EventSourceResponse(generator())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@app.get("/ontology/latest")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get_latest_report():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"""최신 예측 리포트 반환"""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reports = sorted(glob.glob("ontology/report_*.json"))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reports: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{"error": "no reports yet"}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open(reports[-1])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@app.get("/stats")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get_stats():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 = []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os.path.exists("data/events.json"):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open("data/events.json")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events = json.load(f)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{"total_events": len(events),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"by_source": {s: len([e for e in events if e.get("source")==s])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for s in ["naver","youtube","twitter","instagram"]}}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실행: uvicorn src.api.main:app --reload --port 8000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45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5-B: MapLibre GL 다크 대시보드 구현 (30분)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10762488" cy="4297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src/frontend/index.html 핵심 부분 --&gt;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href="https://unpkg.com/maplibre-gl/dist/maplibre-gl.css"&gt;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src="https://unpkg.com/maplibre-gl/dist/maplibre-gl.js"&gt;&lt;/script&gt;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id="map" style="width:100%;height:100vh;"&gt;&lt;/div&gt;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map = new maplibregl.Map({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container: 'map',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'https://tiles.stadiamaps.com/styles/alidade_smooth_dark.json',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center: [127.38, 36.35], zoom: 12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map.on('load', () =&gt;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map.addSource('events', { type:'geojson', data:{type:'FeatureCollection',features:[]}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map.addLayer({ id:'circles', type:'circle', source:'events',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paint:{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'circle-radius': ['case',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['==',['get','source'],'naver'], 8,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['==',['get','source'],'youtube'], 10, 7],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'circle-color': ['case',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['==',['get','source'],'naver'],   '#4A7BF7',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['==',['get','source'],'youtube'], '#FF0000',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['==',['get','source'],'twitter'], '#1DA1F2', '#AAAAAA'],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'circle-opacity': 0.85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map.on('click','circles', e =&gt;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 = e.features[0].properties;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maplibregl.Popup()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.setLngLat(e.lngLat)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.setHTML(`&lt;b&gt;${p.title}&lt;/b&gt;&lt;br&gt;${p.source}`)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.addTo(map);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SSE 연결: 실시간 업데이트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es = new EventSource('/events');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es.addEventListener('new_event', e =&gt; 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event = JSON.parse(e.data);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(!event.lat || !event.lng) return;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src = map.getSource('events');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src._data;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data.features.push({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type:'Feature',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geometry:{type:'Point',coordinates:[event.lng,event.lat]},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 event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src.setData(data);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6: ngrok으로 로컬 서버를 외부에 공개 (10분)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Python에서 자동화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1E24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033772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scripts/start_server.py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uvicorn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pyngrok import ngrok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ngrok 인증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ngrok.set_auth_token(os.getenv("NGROK_AUTHTOKEN"))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터널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tunnel = ngrok.connect(8000)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public_url = tunnel.public_url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print(f"외부 URL: {public_url}")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print(f"ngrok 대시보드: http://localhost:4040")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URL을 파일에 저장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open("data/public_url.txt", "w") as f: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f.write(public_url)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FastAPI 서버 시작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uvicorn.run(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"src.api.main:app",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host="0.0.0.0",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port=8000,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reload=False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77356" y="160020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ngrok 제약 &amp; 대안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997196" cy="3840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플랜 제약: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터널 1개 (동시)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랜덤 URL (재시작마다 변경)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월 20,000 요청 제한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HTTP 기본 인증 없음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방법 (무료):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Cloudflare Tunnel (고정 URL)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cloudflared tunnel create assieye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무료, 도메인 연결 가능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대안: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ngrok 개인 플랜 $8/월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고정 URL, 기본 인증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서버 배포: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Railway.app / Render.com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무료 플랜으로 24/7 운영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 추정과 반드시 피해야 할 5가지 함정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017518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 한도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단가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24시간 예상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API (Sonnet)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$3/M input + $15/M output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$20~60/일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API (Haiku)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$0.25/M input + $1.25/M output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$2~8/일 (권장)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Stadia Maps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200K 요청/월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$0.15/1K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 (한도 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ngrok 무료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20K 요청/월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 (단기 시연용)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Cloudflare Tunnel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 (Haiku 혼용)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$5~15/일 현실적 추정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4818888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크롤링 이용약관 위반 → 네이버/YouTube/SNS 공식 API로 대체 (네이버: developers.naver.com)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148072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5166360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/loop 세션 종료 → tmux 필수, 서버 재시작 시 start_agents.sh 자동 실행 등록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495544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551383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에이전트 Git 충돌 → 에이전트별 전담 파일 지정, CLAUDE.md에 명시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43016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5861304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Claude API rate limit 429 → 지수 백오프 (2^attempt 초 대기)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6190488"/>
            <a:ext cx="11091672" cy="292608"/>
          </a:xfrm>
          <a:prstGeom prst="roundRect">
            <a:avLst>
              <a:gd name="adj" fmla="val 18750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6208776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온톨로지 품질 저하 → 초기 JSON 스키마와 시스템 프롬프트 설계에 집중 투자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14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3가지 기술이 만드는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자율 재난 대응 AI 시스템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252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8368" y="2606040"/>
            <a:ext cx="3346704" cy="54864"/>
          </a:xfrm>
          <a:prstGeom prst="rect">
            <a:avLst/>
          </a:prstGeom>
          <a:solidFill>
            <a:srgbClr val="4A7B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Cheliped Browser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트리(AXTree)로 웹을 탐색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51~93% 절약, vercel-labs/agent-browser 오픈소스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252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315968" y="2606040"/>
            <a:ext cx="3346704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34840" y="2715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AI 예측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도메인 JSON + 프롬프트 설계만으로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인과관계 분석 → 30분마다 자기 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26060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252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73568" y="2606040"/>
            <a:ext cx="3346704" cy="54864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92440" y="2715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하네스 엔지니어링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32004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/loop + tmux + 공유 파일로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에이전트가 사람 없이 협력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 질문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크롤링 대신 공식 API 전환 시 아키텍처 변화는?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온톨로지 예측 정확도를 어떻게 측정하고 개선할 수 있나?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89788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 재난 외 다른 토픽으로 확장 시 온톨로지 재설계 방법은?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621792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저장 경로: docs/research/2026-03-21-ai-disaster-response-assieye/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8357</Words>
  <Application>Microsoft Macintosh PowerPoint</Application>
  <PresentationFormat>와이드스크린</PresentationFormat>
  <Paragraphs>1362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2" baseType="lpstr">
      <vt:lpstr>Pretendard</vt:lpstr>
      <vt:lpstr>Pretendard ExtraBold</vt:lpstr>
      <vt:lpstr>Pretendard SemiBold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정원 변</cp:lastModifiedBy>
  <cp:revision>4</cp:revision>
  <dcterms:created xsi:type="dcterms:W3CDTF">2026-03-21T15:38:58Z</dcterms:created>
  <dcterms:modified xsi:type="dcterms:W3CDTF">2026-03-21T15:50:04Z</dcterms:modified>
</cp:coreProperties>
</file>