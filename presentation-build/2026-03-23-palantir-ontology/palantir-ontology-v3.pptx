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19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165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317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371600" y="201168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-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 온톨로지 역설계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의사결정으로 바꾸는 기술의 해부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항공기 500만 개 부품 — 은행 자금세탁 탐지 — 그리고 당신의 도메인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Research  |  2026-03-24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프레젠테이션이 끝나면 알게 되는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01952"/>
            <a:ext cx="502920" cy="50292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82880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온톨로지의 실체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팔란티어가 말하는 "온톨로지"가 정확히 무엇인지, 기존 데이터베이스와 뭐가 다른지 이해한다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364992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역설계 수준의 이해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7947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항공 정비와 은행 자금세탁 탐지를 따라가며, 온톨로지가 실제로 어떻게 설계·구축·운영되는지 안다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828032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4828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75488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직접 설계하는 능력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525780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도메인이든 같은 원리를 적용하여 온톨로지를 설계할 수 있는 6단계 프로세스를 가져간다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60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Airbus에는 500만 개 부품이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A350 한 대 = 약 500만 개 부품, 4개국 8개 이상 공장에서 제조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프랑스 툴루즈(최종 조립), 독일 함부르크(동체), 영국(날개), 스페인(꼬리)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2015년 목표: A350 생산량 4배 증가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"MSN523 기체에 남은 작업이 몇 건인가?"에 아무도 답할 수 없었다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"no single person could answer — What work remains on a given aircraft?"  — 팔란티어 공식 문서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60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답을 얻으려면 3개 시스템을 수동으로 대조해야 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SAP ERP 열기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64592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재무 관점의 작업 지시서 목록 조회 — 그런데 실제 진행률은 모른다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MES 열기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42316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 공정 상태 확인 — 그런데 전체 납기 일정과 연동 안 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엑셀 열기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부품 조달팀의 납품 지연 현황 수동 확인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수동 대조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97764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시스템의 데이터를 사람이 머릿속에서 연결하여 "진짜 잔여 작업" 추산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답을 얻는 데 수 시간~수일, 그 사이에 상황은 이미 변해 있다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60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기존 시스템으로는 안 됐는가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시스템은 자기 역할에서는 잘 작동했다 — 문제는 시스템 간 "의미 연결"의 부재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ERP의 "A350-900"과 MES의 "MSN523"이 같은 항공기인지 컴퓨터는 모른다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두 시스템 사이에서 "번역기" 역할을 해야 했다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원인: 데이터는 넘치지만, 데이터 간의 관계와 맥락이 없다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팔란티어의 해결책: 새 시스템을 만드는 게 아니라, 기존 시스템 위에 "공통 언어"를 얹는 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60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팔란티어의 해결: 새 시스템이 아니라 공통 언어를 얹었다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91440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1809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시스템 (그대로 유지)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737360"/>
            <a:ext cx="7525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SAP ERP + MES + 엑셀 + IoT 센서 — 바꾸지 않는다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508760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73152" cy="914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파이프라인 (데이터 정리)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880360"/>
            <a:ext cx="7525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시스템의 데이터를 수집하고 정리하여 공통 형식으로 변환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2651760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▲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(공통 언어)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0" y="4023360"/>
            <a:ext cx="7525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"항공기", "센서", "작업지시서"라는 공통 개념으로 모든 데이터를 연결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3794760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73152" cy="9144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4400" y="5166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앱 (사용자 접점)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0" y="5166360"/>
            <a:ext cx="7525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대시보드, AI 비서, 외부 앱 — 온톨로지를 통해 모든 데이터에 접근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08398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유엔에서 각국 대표가 자국어로 말하지만, 동시통역이 모든 걸 공통 언어로 연결해주는 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60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은행에도 같은 문제가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AML (자금세탁방지)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김민준은 A은행에서 "Minjoon Kim", B은행에서 "M. Kim (Jay)" — 같은 사람인지 모른다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A은행: $9,800 해외 송금 → "CTR 근접" 규칙에 걸려 Alert 생성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B은행: 현금 입금 8회 합계 $9,200 → "소액 분산" 규칙에 걸려 Alert 생성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시스템이 서로 통신하지 않아서, 각각은 오탐이지만 함께 보면 패턴이 보일 수도 있다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은행 AML 경보의 90~95%가 오탐(false positive) — 구조적 문제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Flagright, Unit21 업계 조사 2024; Palantir Foundry for AML 2021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60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공통점: 데이터는 넘치는데 연결이 없다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ERP + MES + 엑셀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각각은 잘 작동하지만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"MSN523 = A350-900"을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컴퓨터가 모른다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사람이 번역해야 한다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43116" y="16459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 AML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43116" y="210312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A은행 + B은행 + 규제기관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각각은 잘 작동하지만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"Minjoon Kim = M. Kim"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컴퓨터가 모른다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오탐 95%가 발생한다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온톨로지가 해결하는 핵심 문제: 분산된 데이터에 "의미"와 "관계"를 부여하여 연결한다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60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역설계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 편 — 항공기 정비의 모든 것을 따라간다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60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첫 번째 질문: 모든 것의 중심은 무엇인가?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 패턴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태양계에서 행성들이 태양 주위를 도는 것처럼, 온톨로지에서도 모든 데이터가 하나의 중심을 둔다.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식별 질문: "우리 조직이 매일 아침 가장 먼저 확인하는 것은 무엇인가?"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1672" cy="242316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도메인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중심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Airbus (생산/정비)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 (항공기)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센서, 정비, 부품, 비행이력이 모두 항공기에 연결된다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Patient (환자)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처방, 검사, 입원, 보험이 모두 환자에 연결된다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은행 AML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 (거래)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계좌, 고객, 위험도가 모두 거래를 통해 연결된다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Shipment (배송건)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 추적, 기사, 창고가 모두 배송건에 연결된다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60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Aircraft Object — 엑셀 시트의 "틀"과 같다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Type이란 무엇인가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Type은 데이터를 담는 그릇의 설계도다. 엑셀에서 시트를 만들기 전에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시트에는 어떤 컬럼이 있을 것인가"를 정하는 것과 같다.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항공기 한 대(MSN523)는 그 설계도를 채운 "행"이다.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1672" cy="271272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속성 이름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타입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이것이 없으면?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msn (기체 일련번호)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 [기본키]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Airbus 내부 DB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항공기를 구별할 수 없다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aircraftType (기종)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 DB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A320과 A350의 경보 기준이 다른데 구분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operatorAirlineCode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 DB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필터링 불가 (에어프랑스 데이터를 델타가 볼 수 있게 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totalFlightHours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숫자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ACARS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"5,000시간마다 엔진 교체" 같은 규칙 적용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totalLandingCycles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ACARS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랜딩기어 수명 계산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60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항공기에는 시간순으로 쌓이는 것들이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분리 패턴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1303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잘못된 설계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Aircraft 시트에 "비행일1, 비행시간1, 비행일2, 비행시간2..." 컬럼 추가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1,000번째 비행부터 컬럼이 없다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"지난달 비행만 필터" 불가능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비행별 부가 정보 저장 불가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43116" y="1871303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올바른 설계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43116" y="201168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Aircraft + Flight (별도 Object)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(한 항공기 → 여러 비행: 1:N 관계)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각 비행이 독립 행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시간 필터, 경로 필터 자유자재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비행별 센서데이터, 승무원 등 연결 가능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분리 신호 3가지: ① "언제"가 중요 ② 같은 이벤트가 여러 번 발생 ③ 이벤트에 추가 속성이 붙음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환자 차트에 진료 기록을 날짜별로 따로 철하는 것. 환자 기본정보 시트에 진료내역을 우겨넣지 않는다.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60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Link: VLOOKUP보다 강력한 양방향 연결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관계(Link)란 무엇인가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엑셀의 VLOOKUP은 한 방향으로만 찾고, 관계에 이름이 없다.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Link는 양방향 탐색이 가능하고, 관계 자체에 의미가 있다.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"항공기 → 비행편" 과 "항공기 → 작업지시서"는 같은 출발점이지만 전혀 다른 의미.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1672" cy="269748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Link 이름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카디널리티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hasFlight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 → Flight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1:N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항공기의 전체 비행 이력 추적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hasWorkOrder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 → WorkOrder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1:N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"이 항공기에 열린 정비 작업" 조회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hasComponent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 → Component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1:N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장착된 부품 목록, 잔여 수명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hasAlert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 → 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1:N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항공기의 경보 전체 이력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operatedBy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 → Airline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N:1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항공사별 집계, 보안 필터링 (핵심!)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60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 Object가 이렇게 연결된다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온톨로지 전체 구조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도시의 지하철 노선도처럼, 각 Object가 역이고 Link가 노선이다.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역에서든 출발해 다른 역으로 갈 수 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6459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Airline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(항공사)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25603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377440" y="2560320"/>
            <a:ext cx="164592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7744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Aircraft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(항공기) ← 허브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89120" y="25603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89120" y="2560320"/>
            <a:ext cx="164592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8912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(비행편)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83680" y="25603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83680" y="2560320"/>
            <a:ext cx="164592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SensorReading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(센서 측정값)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778240" y="25603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778240" y="2560320"/>
            <a:ext cx="164592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77824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Alert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7824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(정비 경보)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2416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424160" y="25603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424160" y="2560320"/>
            <a:ext cx="16459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42416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WorkOrder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2416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(작업 지시)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77440" y="41148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377440" y="4114800"/>
            <a:ext cx="164592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377440" y="4206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Component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(부품)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</a:rPr>
              <a:t>↕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8640" y="53035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인과 체인: SensorReading이 임계값 초과 → Alert 자동 생성 → WorkOrder 트리거 → 정비 대시보드에 표시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연쇄가 3개 시스템을 수동 대조하던 문제를 해결한다.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60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속성에는 "왜 필요한지"가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Flight + SensorReading 속성 설계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109231"/>
              </p:ext>
            </p:extLst>
          </p:nvPr>
        </p:nvGraphicFramePr>
        <p:xfrm>
          <a:off x="548640" y="1851982"/>
          <a:ext cx="11091672" cy="316484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이것이 없으면?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Flight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flightNumber (AF382)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어느 비행에서 문제가 생겼는지 특정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Flight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departureAirport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기후·고도별 맥락 분석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Flight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phase (이륙/순항/착륙)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진동도 이륙 중인지 순항 중인지에 따라 의미가 다르다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SensorReading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sensorType (온도/압력/진동)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어떤 종류의 이상인지 구분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SensorReading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 (142.3)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숫자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측정값 — ML 모델의 입력 데이터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SensorReading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isAnomaly (true/false)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불리언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파이프라인에서 이상치 여부를 미리 계산해둔 플래그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60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 데이터 하나가 Object가 되기까지 6단계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0444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생애주기: raw → 온톨로지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8225"/>
            <a:ext cx="347472" cy="34747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78822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42505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 측정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742505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A350 엔진 오일 온도 센서가 142.3°C 측정 → 항공기 내 컴퓨터(ACMU)에 기록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38033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538033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492313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지상 전송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492313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ACARS 통신 또는 착륙 후 Wi-Fi로 raw 바이너리 데이터 지상 서버에 전송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87841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287841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42121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Raw 저장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242121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Foundry에 원본 그대로 저장. {sensor_id, timestamp, raw_value, flight_id}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37649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4037649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991929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파이프라인 변환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3991929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타임스탬프 UTC 변환 + 단위 변환(°F→°C) + 기체번호 매핑 + 이상치 플래그 부여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787457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787457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741737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Object 매핑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4741737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SensorReading Object에 매핑, Aircraft·Flight와 Link 자동 연결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537265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553726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491545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연쇄 반응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5491545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 &gt; 150°C → MaintenanceAlert 생성 → WorkOrder 트리거 → 정비 대시보드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택배 추적과 같다. 물건이 공장→물류센터→트럭→집 앞까지 추적되듯, 센서 데이터도 각 단계를 거치며 "의미"가 덧붙는다.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60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파이프라인: 엑셀 파워쿼리와 비슷하다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정리 과정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Builder = 여러 소스에서 데이터를 가져와 단계별로 가공하는 도구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파워쿼리처럼 박스와 화살표로 변환 과정을 시각적으로 정의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원칙: 원본 데이터를 절대 수정하지 않는다 — 변환 이력을 Foundry 안에서 완전히 관리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예시: 센서값 "98.2°F" → 36.8°C로 단위 변환 / 로컬 시간 → UTC 통일 / "AF" → "Air France" 매핑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결과: Object Type을 채우는 깨끗한 데이터셋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60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온도 150°C 초과: 자동 연쇄 반응이 시작된다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행동을 일으키는 순간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SensorReading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64592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엔진 오일 온도 = 152°C, isAnomaly = true로 기록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Alert 생성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임계값 초과 → MaintenanceAlert Object 자동 생성. severity = "WARNING"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WorkOrder 트리거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38328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Alert가 WorkOrder 생성 Action을 발동. "엔진 오일 점검" 작업지시 생성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대시보드 표시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25196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항공사 정비팀 대시보드에 즉시 표시. 담당 엔지니어에게 알림 발송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5166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5120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후속 결정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512064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엔지니어가 점검 후 "정비 완료" Action 실행 → 다음 슬라이드의 연쇄로 이어짐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핵심: "읽기 전용 데이터"와 "운영 시스템"의 차이. 데이터를 보기만 하는 것 vs 데이터가 행동을 일으키는 것.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60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Action이란: 버튼 하나에 규칙 묶음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온톨로지를 운영 시스템으로 만드는 핵심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결재 시스템의 "승인" 버튼. 누르면 관련 문서 전부가 연쇄로 업데이트된다.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Action도 마찬가지: 사용자가 버튼 하나를 누르면, 여러 Object가 한꺼번에 바뀐다.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파라미터 (입력)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108960" cy="2057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입력하는 값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"교체한 부품 번호",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"작업 완료 시간",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"메모"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4688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15968" y="246888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규칙 (변경 로직)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971800"/>
            <a:ext cx="3108960" cy="2057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Object가 어떻게 바뀌는지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WorkOrder.status = "완료"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Alert.status = "해결"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Component 교체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065008" y="246888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Side Effect (알림)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2971800"/>
            <a:ext cx="3108960" cy="2057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시스템으로의 트리거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항공사에 이메일 알림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EASA 규정 보고 시스템에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자동 기록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3요소가 합쳐져 하나의 Action을 구성한다. 코드 없이 GUI로 설정 가능.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60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"센서 교체 완료" 버튼: 4개 Object가 동시에 바뀐다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원자적 트랜잭션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3152" cy="73152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WorkOrder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737360"/>
            <a:ext cx="7799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 → "Completed" (작업 완료)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73152" cy="7315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MaintenanceAlert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697480"/>
            <a:ext cx="7799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 → "Resolved" (경보 해제)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73152" cy="73152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Component (구 부품)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3657600"/>
            <a:ext cx="7799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installedOn → null (장착 해제)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73152" cy="7315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Component (신 부품)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4617720"/>
            <a:ext cx="7799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installedOn → "MSN523" (장착)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원자적 트랜잭션: 4개 변경이 전부 성공하거나 전부 실패. 부분 변경(구 부품은 빠졌는데 신 부품은 안 들어간 상태)은 절대 없다.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60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Writeback 7단계: 버튼 클릭부터 전체 반영까지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독스보다 정교한 실시간 동기화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버튼 클릭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64592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파라미터 입력 후 제출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권한 검사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사용자가 인증된 담당자인가?" 불합격 시 여기서 종료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Writeback Webhook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92608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시스템(ERP)에 요청. 실패 → 전체 롤백 (온톨로지 변경 없음!)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원자적 변경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356616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Object 동시 변경 — 전부 성공 또는 전부 실패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420624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Writeback 데이터셋에 기록 + 인덱스 업데이트 (~6초)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892040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846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Side Effect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484632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알림·웹훅 발송. 실패해도 4단계 변경은 유지됨 (3번과 반대!)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532120"/>
            <a:ext cx="347472" cy="34747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0080" y="5532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5486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반영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66160" y="548640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앱(대시보드, AI 비서, 외부 앱)에서 변경 확인 가능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60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3번과 6번의 실패는 정반대로 동작한다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Writeback Webhook vs Side Effect — 핵심 설계 결정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3번: Writeback Webhook 실패 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전체 롤백. 온톨로지 변경 없음.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"ERP에 기록하지 못하면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아예 안 한 것으로 처리한다"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이유: 외부 시스템과 온톨로지가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불일치하면 더 큰 문제가 생긴다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43116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6번: Side Effect 실패 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43116" y="210312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온톨로지 변경은 유지.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알림만 재시도.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"작업 완료 처리는 됐는데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알림은 안 간 상태"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이유: 알림 실패 때문에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완료된 작업을 취소할 수는 없다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구분이 온톨로지와 외부 시스템 연동의 핵심 설계 결정이다.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60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에어프랑스는 에어프랑스 데이터만 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모델: 같은 온톨로지, 다른 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Skywise는 50,000명 이상이 같은 플랫폼을 사용한다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하지만 에어프랑스 정비사는 에어프랑스 항공기 데이터만 볼 수 있다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 수준 보안: Aircraft.operatorAirlineCode = "AF"인 행만 보임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수준 보안: 같은 Aircraft인데 특정 민감 속성(엔진 성능 수치)은 Airbus만 볼 수 있다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엔지니어는 전체 항공기 데이터를 볼 수 있지만, 개별 항공사의 비즈니스 데이터는 안 보임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비서(AIP)도 같은 보안 적용: LLM이 사용자 권한 밖의 데이터를 컨텍스트에 아예 포함하지 않음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같은 건물인데, 카드키에 따라 들어갈 수 있는 층이 다른 것. 5층 카드키 소지자는 5층만 보인다.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60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"MSN523의 미완료 작업"을 찾는 두 가지 방법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vs 전통 SQL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(3줄)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Aircraft("MSN523")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.hasWorkOrder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.filter(status = "open")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관련 Part, Supplier 정보가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Link를 따라 자동으로 딸려온다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보안이 자동 적용됨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AI 비서도 같은 방식으로 접근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43116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(20줄+)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43116" y="210312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 wo.*, p.*, s.*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work_orders wo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JOIN aircraft a ON ...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JOIN parts p ON ...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JOIN suppliers s ON ...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WHERE a.msn = "MSN523"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AND wo.status = "open"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테이블 간 외래키를 직접 명시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보안을 별도로 구현해야 함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의미가 코드에 없음 (사람이 해석)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차이: 온톨로지는 "의미가 내장"되어 있어서, 관계를 매번 새로 설명할 필요가 없다.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60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A350 납품 33% 가속, 50,000명이 사용하는 플랫폼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 성과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33%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A350 납품 가속화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43484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50,000+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3484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사용자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18388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12,000+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8388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항공기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주의: 33% 수치는 팔란티어-에어버스 공동 PDF(2020)에서 나온 것이며 독립 검증은 없다.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비소프트웨어 요인(추가 인력, 병행 공정 최적화)이 포함됐을 수 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60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Airbus 역설계 요약: 이것이 온톨로지의 실체다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허브 중심 설계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데이터가 Aircraft를 중심으로 연결. 아무 지점에서 시작해도 관련 정보에 도달.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이벤트 분리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Flight, SensorReading, Alert를 별도 Object로. 시간 기반 분석이 자유자재.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의미 있는 연결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Link에 이름과 방향이 있어서 "왜 연결되었는지" 시스템이 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데이터가 행동을 일으킴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Action으로 4개 Object를 원자적으로 변경. Writeback으로 모든 앱에 반영.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60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역설계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AML 편 — 같은 원리가 다른 분야에서 작동하는지 검증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60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오탐 95%는 세 가지 구조적 원인 때문이다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AML 문제 분석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균일 규칙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108960" cy="2971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월급 $9,500 간호사에게도, 매출 $9,500 편의점 주인에게도 같은 규칙.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편의점 주인은 매일 현금 입금 → 매일 Alert.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15968" y="164592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805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맥락 부재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148840"/>
            <a:ext cx="3108960" cy="2971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10년간 같은 패턴으로 거래한 고객도, 시스템은 "오늘 거래"만 본다.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역사적 행동 패턴 비교가 없다.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65008" y="164592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296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데이터 사일로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148840"/>
            <a:ext cx="3108960" cy="2971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KYC팀(신원확인), 거래감시팀, 조사팀이 각각 별도 시스템.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고객을 세 번 따로따로 본다.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팔란티어 공식 문서: "20~30년 전에 수립된 동일한 위험 등급 및 경보 로직이 오늘날에도 여전히 통용되고 있다"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60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AML 온톨로지의 중심은 Transaction이다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 식별 → 전체 구조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Airbus에서 Aircraft가 중심이었듯, AML에서는 Transaction(거래)이 중심이다.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ML 모델, 시나리오 규칙, 분석관 작업이 거래 데이터를 소비한다.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속성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Airbus 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거래의 주체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risk_score, pep_flag, behavior_change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 (허브)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Account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자금의 통로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type, status, avg_balance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자금세탁의 흔적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amount_usd, type, timestamp_utc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SensorReading (이벤트)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ML 판단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score, scenario, status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MaintenanceAlert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분석관 조사 단위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assigned_to, resolution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WorkOrder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Organization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실소유권 체인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ownership_chain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Component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60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Customer의 25개 위험 지표: 왜 이 지표인가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속성 설계의 인과 논리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왜 이 지표인가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risk_score (0~100)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종합 위험 점수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숫자로 분석관이 즉각 우선순위화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customer_segment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개인/SME/법인/PEP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거래도 세그먼트마다 "정상" 기준이 다르다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pep_flag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정치적 노출인물 여부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고위 공직자는 국제 규제상 강화 심사 의무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behavior_change_flag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행동 패턴 급변 여부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갑자기 거래 패턴이 바뀌면 핵심 신호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network_risk_score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연결 엔티티 위험도 합산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본인은 깨끗해도 주변이 위험할 수 있다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onboarding_risk_score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최초 가입 시 위험 점수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경과에 따른 위험도 변화 추적 기준선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25개는 팔란티어 공식 문서 명시 수치. 각 지표의 가중치는 은행마다 다르게 커스터마이즈.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60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$9,500 송금 하나의 여행: 7단계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Transaction 생애주기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코어뱅킹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64592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김민준이 A은행→한국 $9,500 송금. 코어뱅킹 시스템에 raw 기록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359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3134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파이프라인 정제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313432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통화→USD 변환, UTC 타임스탬프, 국가코드 매핑, 목적코드 표준화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026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9809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Object 생성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980944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Transaction Object: amount_usd=9500, type=WIRE, beneficiary=KR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6484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Link 연결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3648456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Customer "Minjoon Kim" + Account와 자동 Link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361688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361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3159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ML 점수 계산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4315968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Function이 25개 지표 + 이력 기반 risk_score = 72 산출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29200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983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시나리오 매칭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498348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"CTR 근접 국제 송금" 규칙에 매칭 → scenario_flag = true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696712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0080" y="5696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56509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Alert 생성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66160" y="5650992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ML(72) + 시나리오(매칭) → Alert 생성 → 분석관 Case 할당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60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ML과 규칙이 동시에 판단한다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탐지: Function의 역할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기반 시나리오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"7일 내 $10,000 미만 현금 입금 5건 이상"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Function으로 구현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확실한 패턴은 잡지만,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새로운 수법에는 무력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규칙: 스머핑 약 30% 탐지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70%는 놓침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43116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이상 탐지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43116" y="210312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25개 지표 + 거래 이력 + 네트워크 위험도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Function으로 ML 모델 호출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새로운 패턴도 탐지하지만,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왜 수상한지 설명이 어려움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결과를 합쳐서 최종 risk_score 산출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규칙이 잡는 것 + ML이 잡는 것 = 통합 판단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60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분석관의 판정이 ML을 더 똑똑하게 만든다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루프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"오탐 해제" 클릭 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Alert.status = "Dismissed"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Customer.risk_score 하향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 판정 → ML 학습 데이터에 추가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 학습에서 유사 패턴 점수 하향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같은 패턴의 오탐이 점차 줄어든다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대응: 센서 이상치가 사실은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정상이었다는 피드백 → 임계값 조정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43116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"의심 확인" 클릭 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43116" y="210312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Case.status = "Escalated"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SAR(의심거래보고서) 자동 생성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규제기관(FinCEN)에 자동 전송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Customer.risk_score 상향 고정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관련 네트워크 전체에 위험 전파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ML이 이 패턴을 강화 학습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유사 패턴의 탐지율 향상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대응: 실제 고장 발견 →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센서 유형의 경보 민감도 상향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60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회사 A → B → C → D: 진짜 주인은 누구인가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실소유권 그래프 — 그래프 순회 vs SQL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Alpha사가 Beta사를 소유, Beta가 Gamma를, Gamma가 Delta를 소유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Delta사 계좌에 수상한 자금 유입 → "진짜 소유자가 누구인가?"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Organization→Organization Link를 따라 3단계 순회 → Alpha 발견 (수 초)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SQL: 자기참조 조인 3번 중첩, 단계 수를 미리 정해야 함, 4단계면 쿼리 재작성 필요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SQL은 "몇 단계까지 찾을지" 미리 정해야 하지만, 그래프는 "끝까지" 추적 가능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3035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가계도에서 증조부를 찾을 때, 엑셀은 셀을 하나하나 타고 올라가야 하지만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가계도 그래프에서는 선을 따라가면 된다. 몇 대 위인지 미리 몰라도 된다.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60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Airbus와 AML에서 추출한 공통 패턴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크로스 도메인 검증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요소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Airbus Skywise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 AML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공통 원리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허브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 (항공기)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 (거래)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"매일 아침 가장 먼저 확인하는 것"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이벤트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SensorReading, Flight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Transaction, 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시간순으로 쌓이는 것 → 별도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경보 체계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MaintenanceAlert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Alert/Case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임계값 초과 → 자동 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행동 체계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WorkOrder + "교체 완료"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Case + "오탐 해제"/"확인"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Action으로 여러 Object 동시 변경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피드백 루프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임계값 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ML 재학습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결과가 다음 판단에 반영됨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항공사별 행 필터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부서별/고객별 필터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온톨로지, 다른 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60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6개 산업에서 같은 골격이 반복된다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횡단 공통 패턴</a:t>
            </a:r>
            <a:endParaRPr lang="en-US" sz="1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58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헬스케어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허브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Patient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Asset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Encounter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Flight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Encounter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Alert/Case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작전결심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WorkOrder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WorkOrder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의심확인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548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온톨로지가 푸는 하나의 문제: "이 엔티티와 관련된 모든 정보를 한 화면에 보여줘"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차이는 도메인별 엔티티와 관계의 구체적 내용뿐이다.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60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온톨로지를 만나면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환각 대신 사실을 말하게 되는 원리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60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전체를 보지 않는다 — 선택된 Object만 받는다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Grounding: 온톨로지가 AI의 환각을 줄이는 원리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없이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"물류센터 위치가 어디야?"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자체 지식으로 생성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존재하지 않는 위치를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그럴듯하게 답변 (환각)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43116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경유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43116" y="2103120"/>
            <a:ext cx="536295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"물류센터 위치가 어디야?"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온톨로지 쿼리로 변환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DistributionCenter Object에서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실제 데이터 반환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사실 기반 정확한 답변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LLM은 전체 온톨로지를 스캔하지 않는다. 선택된 Object만 "변수처럼" 주입받는다.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보안도 자동: 사용자 권한 밖의 데이터는 LLM 컨텍스트에 아예 포함되지 않는다.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60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Action이 LLM의 "도구"가 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에이전트: Function + Action + 온톨로지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Logic: Function과 Action이 LLM의 "도구(Tool)"로 등록된다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추론 과정에서 어떤 도구를 호출할지 스스로 결정한다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"재고 확인"(Function) → "공급업체 평가"(Function) → "주문 생성"(Action)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도구는 온톨로지를 통해 실제 시스템에 작용 (읽기 + 쓰기)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BP 엔지니어: "북해 플랫폼의 압력 이상 설비 목록" → AIP가 온톨로지 그래프 탐색 → 답변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Gotham(2008) → Foundry(2016) → AIP(2023): 정보기관 그래프 → 기업 운영 → AI 결합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60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직접 설계해 보자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도메인이든 적용 가능한 6단계 프로세스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60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6단계로 온톨로지를 설계할 수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설계 프로세스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허브 식별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64592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"매일 아침 가장 먼저 확인하는 것은?" → 그것이 중심 Object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3957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이벤트 분리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395728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시간순으로 쌓이는 것들을 별도 Object로 (절대 속성에 넣지 않는다)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91256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191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1455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지원 Object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145536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허브와 이벤트를 보조하는 참조 데이터 (부서, 제품, 지역 등)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41064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941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8953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Link 설계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3895344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1:N vs M:N 판단 + 방향성 결정 + 조인 Object 필요 여부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90872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690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645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Action 정의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4645152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수행하는 행동 → 파라미터 / 규칙 / Side Effect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394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Security + Test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5394960"/>
            <a:ext cx="8074152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행/열 수준 보안 적용 + Interface 정의 + 운영 테스트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60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예시: 물류 회사에 6단계를 적용하면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적용</a:t>
            </a:r>
            <a:endParaRPr lang="en-US" sz="1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허브 식별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"매일 확인하는 것?" → Shipment(배송건). 모든 데이터가 배송건 중심으로 연결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이벤트 분리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TrackingEvent(위치 추적), StatusUpdate(상태 변경), DeliveryAttempt(배송 시도)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지원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Warehouse(창고), Driver(기사), Vehicle(차량), Customer(고객)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Link 설계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Shipment→TrackingEvent(1:N), Shipment→Driver(N:1), Driver→Vehicle(N:1)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Action 정의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"배송 완료": Shipment.status=Delivered + 고객 알림 + ERP Webhook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 Security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고객은 자기 배송건만, 창고 관리자는 담당 권역만, 본사는 전체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60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5가지 설계 원칙 체크리스트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시 반드시 확인할 것</a:t>
            </a:r>
            <a:endParaRPr lang="en-US" sz="1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체크 질문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어기면?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허브 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"모든 것이 이것을 중심으로 도는가?"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목록이 됨, 시작점 불분명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이벤트 분리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"시간순 이벤트를 속성에 넣었는가?"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이력 추적 불가, 컬럼 폭발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단일 PK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"복합 키를 쓰고 있는가?"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Link/Action에서 참조가 복잡해짐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네이밍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"V2, New, Legacy가 이름에 있는가?"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동일 Object의 중복 존재, 혼란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분리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"여러 곳에서 공유? 독립 검색 필요?"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Yes 하나라도 있으면 별도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60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방식과 무엇이 다른가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비교</a:t>
            </a:r>
            <a:endParaRPr lang="en-US" sz="1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Palantir 온톨로지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Databricks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Snowflake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레이어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가능한 운영 레이어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Unity Catalog (메타데이터)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YAML 시맨틱 모델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Action/Writeback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내장 (핵심 차별점)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연동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온톨로지 → LLM Grounding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모델 빌딩/훈련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기반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사용자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운영팀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엔지니어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분석가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오픈소스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코어 폐쇄, SDK 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Delta Lake 오픈소스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Iceberg 지원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206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차별: Databricks는 데이터를 분석하는 도구, 팔란티어는 데이터로 행동하는 도구.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Action/Writeback이 다른 플랫폼에는 없다.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60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Property vs 별도 Object: 가장 흔한 설계 판단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질문</a:t>
            </a:r>
            <a:endParaRPr lang="en-US" sz="1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Yes → 별도 Object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→ Property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곳에서 공유?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부서(여러 직원이 공유)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이름(이 직원만의 것)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 검색 필요?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부서별 예산 조회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직급(직원 통해서만 조회)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자체에 속성 붙음?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부서(부서장, 위치 있음)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생년월일(단일 값)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 존재 가능?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직원 없는 부서도 존재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직원 없는 이름은 무의미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548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하나라도 "Yes"이면 별도 Object로 분리한다.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확신이 안 서면 일단 별도 Object로 만드는 것이 안전하다. 나중에 합치는 것보다 나누는 게 쉽다.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60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빛과 그림자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 온톨로지의 차별점, 한계, 그리고 판단 기준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60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개념은 동형이나 통합에서 차별화된다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평가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비판 (Feng, Pigsty 창업자)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= Table, Property = Column,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 = Foreign Key, Action = Stored Proc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"같은 것에 다른 이름을 붙여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3자리 수 배의 가격을 받는다"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아리스토텔레스(BC350) → ER 모델(1976)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OOP(1990s) → OWL(2001)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Palantir(2016): 5번째 재포장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43116" y="16459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판단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43116" y="210312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프리미티브의 동형성은 맞다.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혁신은 개념이 아니라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"통합과 접근성"에 있다: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데이터+로직+액션+보안 → 한 곳에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GUI로 비개발자도 사용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AI가 온톨로지에 직접 접근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Feng 자신도 "가치는 온톨로지 개념이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아니라 그 밖에 있다"고 인정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60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성과 수치는 팔란티어 자체 출처이다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신뢰도</a:t>
            </a:r>
            <a:endParaRPr lang="en-US" sz="1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4중 통합이 제품 차별점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공식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불필요(기술 구조)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프리미티브가 DB와 동형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Feng(vonng)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기술적으로 유효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A350 33% 가속화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팔란티어-에어버스 PDF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KYC 20배 효율화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AML 브로슈어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 락인 심각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HASH.ai 독립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있음(구조적)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AIP 환각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블로그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303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구조적 한계: 팔란티어 성과를 위한 독립적 데이터가 시장에 존재하지 않는다.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60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벤더 락인은 구조적 문제이다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코어 플랫폼은 폐쇄 소스 (SDK와 API는 공개)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CSV/JSON으로 내보낼 수 있지만, 다른 시스템에서 즉시 사용 불가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위에 워크플로우와 앱이 쌓이면 전환 비용이 기하급수적으로 증가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Databricks(Delta Lake), Snowflake(Iceberg)와 달리 자체 호스팅 불가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20개 고객 평균 계약: $93.9M/년 (약 1,200억 원)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MCP(Model Context Protocol) 표준화가 진행되면 독점적 Grounding 포지션 약화 가능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HASH.ai "The Problem with Palantir" (2025-04); Palantir 2025 Annual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60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도입 검토 시 7가지 조건별 의사결정 가이드</a:t>
            </a:r>
            <a:endParaRPr lang="en-US" sz="2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 데이터 10개 미만, 단일 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ETL + BI로 충분한지 먼저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"분석"이 아닌 "운영 실행"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Action/Writeback이 차별점. 경쟁사에 없는 기능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SW 예산 $5M 미만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AIP Bootcamp 활용하되 복잡한 온톨로지는 예산 초과 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+ 운영 워크플로우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기구축 온톨로지가 있으면 AIP ROI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멀티벤더/오픈소스 원칙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 락인 높음. 오픈소스 조합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비즈니스가 빠르게 변화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"불완전한 온톨로지는 없는 것보다 위험"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정부/규제 환경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조달 경험·보안 인증이 강점. 윤리 리스크 평가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60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예상 밖 발견 4가지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표준 수용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N3C에서 팔란티어는 자체 온톨로지 대신 OMOP CDM 업계 표준을 수용. 가치는 "설계"가 아니라 "통합 플랫폼 능력".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도구 비중립성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ICE 사례: 온톨로지 설계(엔티티 연결 방식)가 권력 구조를 결정. 기술 질문이 정치 질문이 됨.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MCP 위협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OpenAI/Anthropic의 MCP 표준화가 확산되면 Grounding 독점 포지션 약화 가능.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오픈소스 재현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3-layer 아키텍처를 오픈소스로 재현한 프로젝트 존재. 진짜 해자는 FDE+정부 관계.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60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다음에 조사해야 할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10512"/>
            <a:ext cx="457200" cy="45720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ROI 정량화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"ETL + 범용 LLM" 대비 온톨로지 구축의 경제적 타당성.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중견기업($50M~$500M)에서의 손익분기점은?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20040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거버넌스 실무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57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대규모 조직에서 변경 승인, 스튜어드 역할, 팀 간 충돌 해결.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FDE 철수 후 자체 운영이 가능한가?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736592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66344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MCP 시대 포지셔닝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12064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MCP가 표준으로 자리잡으면 온톨로지의 Grounding 역할은?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팔란티어가 MCP를 수용할 것인가?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60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“온톨로지는 데이터를 저장하는 것이 아니라,</a:t>
            </a:r>
            <a:endParaRPr lang="en-US" sz="2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이 데이터로 무엇을 해야 하는가까지 포함하는</a:t>
            </a:r>
            <a:endParaRPr lang="en-US" sz="2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의사결정 모델이다.”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 프레젠테이션의 결론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60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10268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온톨로지는 분산된 데이터에 "의미"와 "관계"를 부여하여, 3개 시스템을 수동 대조하던 문제를 해결한다.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10268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Airbus(센서→Alert→WorkOrder)와 AML(Transaction→ML→Alert→피드백)에서 보듯, 핵심은 "이벤트 → 경보 → 행동 → 피드백"의 인과 체인이다.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840480"/>
            <a:ext cx="10268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Action의 Writeback 7단계가 온톨로지를 "읽기 전용 카탈로그"가 아닌 "운영 시스템"으로 만든다. 이것이 Databricks/Snowflake에 없는 핵심 차별점이다.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93776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92040"/>
            <a:ext cx="10268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설계 원칙과 6단계 프로세스로 어떤 도메인에서든 온톨로지 설계를 시작할 수 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03504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검색 비용 (1차+2차): Perplexity ~$4.13 | Tavily 86/1,000 크레딧 | 총 100회 API 호출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60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5243</Words>
  <Application>Microsoft Macintosh PowerPoint</Application>
  <PresentationFormat>와이드스크린</PresentationFormat>
  <Paragraphs>979</Paragraphs>
  <Slides>54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1" baseType="lpstr">
      <vt:lpstr>ChosunNm</vt:lpstr>
      <vt:lpstr>Pretendard</vt:lpstr>
      <vt:lpstr>Pretendard Black</vt:lpstr>
      <vt:lpstr>Pretendard Light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정원 변</cp:lastModifiedBy>
  <cp:revision>4</cp:revision>
  <dcterms:created xsi:type="dcterms:W3CDTF">2026-03-24T01:17:48Z</dcterms:created>
  <dcterms:modified xsi:type="dcterms:W3CDTF">2026-03-24T01:24:48Z</dcterms:modified>
</cp:coreProperties>
</file>