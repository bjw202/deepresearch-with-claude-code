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 매출이 전년 대비 23% 성장했습니다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1: "Q3 매출이 전년 대비 23% 성장했..."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멀티에이전트 프레임워크 6개 모두 OpenAI-compatible API를 지원한다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2: "멀티에이전트 프레임워크 6개 모두 O..."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서브에이전트 실패 시 재시도와 Graceful Degradation을 적용한다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3: "서브에이전트 실패 시 재시도와 Gra..."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Qwen3-235B-A22B의 Function Calling 안정성과 Instruction Following 능력을 먼저 검증한다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4: "Qwen3-235B-A22B의 Fun..."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Self-hosted LLM의 제약을 고려한 하이브리드 멀티에이전트 오케스트레이션 아키텍처를 설계한다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5: "Self-hosted LLM의 제약을..."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2026-03-20T08:00:44Z</dcterms:created>
  <dcterms:modified xsi:type="dcterms:W3CDTF">2026-03-20T08:00:44Z</dcterms:modified>
</cp:coreProperties>
</file>